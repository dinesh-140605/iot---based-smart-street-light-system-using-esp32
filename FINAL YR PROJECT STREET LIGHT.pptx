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86" r:id="rId8"/>
    <p:sldId id="287" r:id="rId9"/>
    <p:sldId id="288" r:id="rId10"/>
    <p:sldId id="269" r:id="rId11"/>
    <p:sldId id="276" r:id="rId12"/>
    <p:sldId id="262" r:id="rId13"/>
    <p:sldId id="264" r:id="rId14"/>
    <p:sldId id="265" r:id="rId15"/>
    <p:sldId id="266" r:id="rId16"/>
    <p:sldId id="267" r:id="rId17"/>
    <p:sldId id="275" r:id="rId18"/>
    <p:sldId id="289" r:id="rId19"/>
    <p:sldId id="294" r:id="rId20"/>
    <p:sldId id="277" r:id="rId21"/>
    <p:sldId id="290" r:id="rId22"/>
    <p:sldId id="291" r:id="rId23"/>
    <p:sldId id="271" r:id="rId24"/>
    <p:sldId id="281" r:id="rId25"/>
    <p:sldId id="282" r:id="rId26"/>
    <p:sldId id="283" r:id="rId27"/>
    <p:sldId id="292" r:id="rId28"/>
    <p:sldId id="293" r:id="rId29"/>
    <p:sldId id="285" r:id="rId30"/>
  </p:sldIdLst>
  <p:sldSz cx="9144000" cy="5143500" type="screen16x9"/>
  <p:notesSz cx="6858000" cy="9144000"/>
  <p:embeddedFontLst>
    <p:embeddedFont>
      <p:font typeface="Algerian" panose="04020705040A02060702" pitchFamily="82" charset="0"/>
      <p:regular r:id="rId32"/>
    </p:embeddedFont>
    <p:embeddedFont>
      <p:font typeface="Angsana New" panose="02020603050405020304" pitchFamily="18" charset="-34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561B4-6A4D-4E27-92E1-9034F82DBB72}" v="186" dt="2026-03-25T05:13:45.848"/>
  </p1510:revLst>
</p1510:revInfo>
</file>

<file path=ppt/tableStyles.xml><?xml version="1.0" encoding="utf-8"?>
<a:tblStyleLst xmlns:a="http://schemas.openxmlformats.org/drawingml/2006/main" def="{D0B0749D-C975-40D9-BB93-3238822B7A18}">
  <a:tblStyle styleId="{D0B0749D-C975-40D9-BB93-3238822B7A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G" userId="f0622effdcc7320d" providerId="LiveId" clId="{2D60E1EE-DB18-467A-8DFC-75902AB4C7BA}"/>
    <pc:docChg chg="undo custSel addSld delSld modSld sldOrd">
      <pc:chgData name="Deepika G" userId="f0622effdcc7320d" providerId="LiveId" clId="{2D60E1EE-DB18-467A-8DFC-75902AB4C7BA}" dt="2026-03-25T05:17:49.060" v="3912" actId="1076"/>
      <pc:docMkLst>
        <pc:docMk/>
      </pc:docMkLst>
      <pc:sldChg chg="addSp modSp mod">
        <pc:chgData name="Deepika G" userId="f0622effdcc7320d" providerId="LiveId" clId="{2D60E1EE-DB18-467A-8DFC-75902AB4C7BA}" dt="2026-03-25T03:27:22.804" v="2897" actId="1076"/>
        <pc:sldMkLst>
          <pc:docMk/>
          <pc:sldMk cId="0" sldId="256"/>
        </pc:sldMkLst>
        <pc:spChg chg="mod">
          <ac:chgData name="Deepika G" userId="f0622effdcc7320d" providerId="LiveId" clId="{2D60E1EE-DB18-467A-8DFC-75902AB4C7BA}" dt="2026-03-25T03:27:04.486" v="2895" actId="107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Deepika G" userId="f0622effdcc7320d" providerId="LiveId" clId="{2D60E1EE-DB18-467A-8DFC-75902AB4C7BA}" dt="2026-03-25T03:27:13.062" v="2896" actId="107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Deepika G" userId="f0622effdcc7320d" providerId="LiveId" clId="{2D60E1EE-DB18-467A-8DFC-75902AB4C7BA}" dt="2026-03-25T03:27:22.804" v="2897" actId="1076"/>
          <ac:spMkLst>
            <pc:docMk/>
            <pc:sldMk cId="0" sldId="256"/>
            <ac:spMk id="60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2:48.798" v="78" actId="14100"/>
          <ac:picMkLst>
            <pc:docMk/>
            <pc:sldMk cId="0" sldId="256"/>
            <ac:picMk id="3" creationId="{D8C5BA1C-E7D8-5025-800E-3D35C87E8118}"/>
          </ac:picMkLst>
        </pc:picChg>
      </pc:sldChg>
      <pc:sldChg chg="addSp delSp modSp mod">
        <pc:chgData name="Deepika G" userId="f0622effdcc7320d" providerId="LiveId" clId="{2D60E1EE-DB18-467A-8DFC-75902AB4C7BA}" dt="2026-03-25T05:16:11.371" v="3902" actId="1076"/>
        <pc:sldMkLst>
          <pc:docMk/>
          <pc:sldMk cId="0" sldId="257"/>
        </pc:sldMkLst>
        <pc:spChg chg="mod">
          <ac:chgData name="Deepika G" userId="f0622effdcc7320d" providerId="LiveId" clId="{2D60E1EE-DB18-467A-8DFC-75902AB4C7BA}" dt="2026-03-25T05:16:11.371" v="390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Deepika G" userId="f0622effdcc7320d" providerId="LiveId" clId="{2D60E1EE-DB18-467A-8DFC-75902AB4C7BA}" dt="2026-03-25T05:15:54.941" v="3900" actId="1035"/>
          <ac:spMkLst>
            <pc:docMk/>
            <pc:sldMk cId="0" sldId="257"/>
            <ac:spMk id="66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3:51.971" v="87" actId="1076"/>
          <ac:picMkLst>
            <pc:docMk/>
            <pc:sldMk cId="0" sldId="257"/>
            <ac:picMk id="4" creationId="{DD8291FB-7C3F-41E3-C14A-FD5C2F48464B}"/>
          </ac:picMkLst>
        </pc:picChg>
        <pc:picChg chg="add mod">
          <ac:chgData name="Deepika G" userId="f0622effdcc7320d" providerId="LiveId" clId="{2D60E1EE-DB18-467A-8DFC-75902AB4C7BA}" dt="2026-03-18T04:57:54.966" v="1180" actId="14100"/>
          <ac:picMkLst>
            <pc:docMk/>
            <pc:sldMk cId="0" sldId="257"/>
            <ac:picMk id="7" creationId="{A5D1BC85-41D0-9F74-0EDC-A7A7009F1255}"/>
          </ac:picMkLst>
        </pc:picChg>
      </pc:sldChg>
      <pc:sldChg chg="addSp delSp modSp mod">
        <pc:chgData name="Deepika G" userId="f0622effdcc7320d" providerId="LiveId" clId="{2D60E1EE-DB18-467A-8DFC-75902AB4C7BA}" dt="2026-03-25T05:16:21.043" v="3903" actId="1076"/>
        <pc:sldMkLst>
          <pc:docMk/>
          <pc:sldMk cId="0" sldId="258"/>
        </pc:sldMkLst>
        <pc:spChg chg="mod">
          <ac:chgData name="Deepika G" userId="f0622effdcc7320d" providerId="LiveId" clId="{2D60E1EE-DB18-467A-8DFC-75902AB4C7BA}" dt="2026-03-25T05:16:21.043" v="3903" actId="1076"/>
          <ac:spMkLst>
            <pc:docMk/>
            <pc:sldMk cId="0" sldId="258"/>
            <ac:spMk id="71" creationId="{00000000-0000-0000-0000-000000000000}"/>
          </ac:spMkLst>
        </pc:spChg>
        <pc:spChg chg="mod">
          <ac:chgData name="Deepika G" userId="f0622effdcc7320d" providerId="LiveId" clId="{2D60E1EE-DB18-467A-8DFC-75902AB4C7BA}" dt="2026-03-25T05:09:05.269" v="3846" actId="1076"/>
          <ac:spMkLst>
            <pc:docMk/>
            <pc:sldMk cId="0" sldId="258"/>
            <ac:spMk id="72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4:17.803" v="91" actId="1036"/>
          <ac:picMkLst>
            <pc:docMk/>
            <pc:sldMk cId="0" sldId="258"/>
            <ac:picMk id="2" creationId="{3D556AF8-21CF-DB33-AF7D-B63AA7A60B73}"/>
          </ac:picMkLst>
        </pc:picChg>
        <pc:picChg chg="add mod">
          <ac:chgData name="Deepika G" userId="f0622effdcc7320d" providerId="LiveId" clId="{2D60E1EE-DB18-467A-8DFC-75902AB4C7BA}" dt="2026-03-18T04:57:58.690" v="1182"/>
          <ac:picMkLst>
            <pc:docMk/>
            <pc:sldMk cId="0" sldId="258"/>
            <ac:picMk id="5" creationId="{68599041-11A1-594B-F8D8-C078828AE2D3}"/>
          </ac:picMkLst>
        </pc:picChg>
      </pc:sldChg>
      <pc:sldChg chg="addSp delSp modSp mod">
        <pc:chgData name="Deepika G" userId="f0622effdcc7320d" providerId="LiveId" clId="{2D60E1EE-DB18-467A-8DFC-75902AB4C7BA}" dt="2026-03-25T05:16:31.366" v="3905" actId="1076"/>
        <pc:sldMkLst>
          <pc:docMk/>
          <pc:sldMk cId="0" sldId="259"/>
        </pc:sldMkLst>
        <pc:spChg chg="mod">
          <ac:chgData name="Deepika G" userId="f0622effdcc7320d" providerId="LiveId" clId="{2D60E1EE-DB18-467A-8DFC-75902AB4C7BA}" dt="2026-03-25T05:16:31.366" v="3905" actId="1076"/>
          <ac:spMkLst>
            <pc:docMk/>
            <pc:sldMk cId="0" sldId="259"/>
            <ac:spMk id="77" creationId="{00000000-0000-0000-0000-000000000000}"/>
          </ac:spMkLst>
        </pc:spChg>
        <pc:graphicFrameChg chg="mod modGraphic">
          <ac:chgData name="Deepika G" userId="f0622effdcc7320d" providerId="LiveId" clId="{2D60E1EE-DB18-467A-8DFC-75902AB4C7BA}" dt="2026-03-24T04:12:44.194" v="2862" actId="1076"/>
          <ac:graphicFrameMkLst>
            <pc:docMk/>
            <pc:sldMk cId="0" sldId="259"/>
            <ac:graphicFrameMk id="78" creationId="{00000000-0000-0000-0000-000000000000}"/>
          </ac:graphicFrameMkLst>
        </pc:graphicFrameChg>
        <pc:picChg chg="add mod">
          <ac:chgData name="Deepika G" userId="f0622effdcc7320d" providerId="LiveId" clId="{2D60E1EE-DB18-467A-8DFC-75902AB4C7BA}" dt="2026-03-18T03:14:04.597" v="89" actId="14100"/>
          <ac:picMkLst>
            <pc:docMk/>
            <pc:sldMk cId="0" sldId="259"/>
            <ac:picMk id="2" creationId="{EE2CE20E-C69B-4A20-1046-4EF1E747292D}"/>
          </ac:picMkLst>
        </pc:picChg>
        <pc:picChg chg="add mod">
          <ac:chgData name="Deepika G" userId="f0622effdcc7320d" providerId="LiveId" clId="{2D60E1EE-DB18-467A-8DFC-75902AB4C7BA}" dt="2026-03-18T04:58:03.173" v="1184"/>
          <ac:picMkLst>
            <pc:docMk/>
            <pc:sldMk cId="0" sldId="259"/>
            <ac:picMk id="5" creationId="{388B217F-A823-398D-B9BA-81B961A3DBDF}"/>
          </ac:picMkLst>
        </pc:picChg>
      </pc:sldChg>
      <pc:sldChg chg="addSp delSp modSp mod">
        <pc:chgData name="Deepika G" userId="f0622effdcc7320d" providerId="LiveId" clId="{2D60E1EE-DB18-467A-8DFC-75902AB4C7BA}" dt="2026-03-18T04:26:59.577" v="881" actId="2711"/>
        <pc:sldMkLst>
          <pc:docMk/>
          <pc:sldMk cId="0" sldId="260"/>
        </pc:sldMkLst>
        <pc:graphicFrameChg chg="mod modGraphic">
          <ac:chgData name="Deepika G" userId="f0622effdcc7320d" providerId="LiveId" clId="{2D60E1EE-DB18-467A-8DFC-75902AB4C7BA}" dt="2026-03-18T04:26:59.577" v="881" actId="2711"/>
          <ac:graphicFrameMkLst>
            <pc:docMk/>
            <pc:sldMk cId="0" sldId="260"/>
            <ac:graphicFrameMk id="83" creationId="{00000000-0000-0000-0000-000000000000}"/>
          </ac:graphicFrameMkLst>
        </pc:graphicFrameChg>
      </pc:sldChg>
      <pc:sldChg chg="modSp mod">
        <pc:chgData name="Deepika G" userId="f0622effdcc7320d" providerId="LiveId" clId="{2D60E1EE-DB18-467A-8DFC-75902AB4C7BA}" dt="2026-03-18T05:51:32.152" v="1328" actId="14734"/>
        <pc:sldMkLst>
          <pc:docMk/>
          <pc:sldMk cId="0" sldId="261"/>
        </pc:sldMkLst>
        <pc:graphicFrameChg chg="modGraphic">
          <ac:chgData name="Deepika G" userId="f0622effdcc7320d" providerId="LiveId" clId="{2D60E1EE-DB18-467A-8DFC-75902AB4C7BA}" dt="2026-03-18T05:51:32.152" v="1328" actId="14734"/>
          <ac:graphicFrameMkLst>
            <pc:docMk/>
            <pc:sldMk cId="0" sldId="261"/>
            <ac:graphicFrameMk id="88" creationId="{00000000-0000-0000-0000-000000000000}"/>
          </ac:graphicFrameMkLst>
        </pc:graphicFrameChg>
      </pc:sldChg>
      <pc:sldChg chg="addSp delSp modSp mod">
        <pc:chgData name="Deepika G" userId="f0622effdcc7320d" providerId="LiveId" clId="{2D60E1EE-DB18-467A-8DFC-75902AB4C7BA}" dt="2026-03-18T08:07:09.992" v="2680" actId="14100"/>
        <pc:sldMkLst>
          <pc:docMk/>
          <pc:sldMk cId="0" sldId="262"/>
        </pc:sldMkLst>
        <pc:spChg chg="mod">
          <ac:chgData name="Deepika G" userId="f0622effdcc7320d" providerId="LiveId" clId="{2D60E1EE-DB18-467A-8DFC-75902AB4C7BA}" dt="2026-03-18T06:20:37.502" v="1548" actId="1076"/>
          <ac:spMkLst>
            <pc:docMk/>
            <pc:sldMk cId="0" sldId="262"/>
            <ac:spMk id="93" creationId="{00000000-0000-0000-0000-000000000000}"/>
          </ac:spMkLst>
        </pc:spChg>
        <pc:spChg chg="mod">
          <ac:chgData name="Deepika G" userId="f0622effdcc7320d" providerId="LiveId" clId="{2D60E1EE-DB18-467A-8DFC-75902AB4C7BA}" dt="2026-03-18T08:07:09.992" v="2680" actId="14100"/>
          <ac:spMkLst>
            <pc:docMk/>
            <pc:sldMk cId="0" sldId="262"/>
            <ac:spMk id="94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5:15.429" v="102" actId="14100"/>
          <ac:picMkLst>
            <pc:docMk/>
            <pc:sldMk cId="0" sldId="262"/>
            <ac:picMk id="2" creationId="{B62E62F6-2D69-41BA-15FD-4A52FD4066F2}"/>
          </ac:picMkLst>
        </pc:picChg>
        <pc:picChg chg="mod">
          <ac:chgData name="Deepika G" userId="f0622effdcc7320d" providerId="LiveId" clId="{2D60E1EE-DB18-467A-8DFC-75902AB4C7BA}" dt="2026-03-18T04:38:57.355" v="931" actId="14100"/>
          <ac:picMkLst>
            <pc:docMk/>
            <pc:sldMk cId="0" sldId="262"/>
            <ac:picMk id="3" creationId="{E4F9562F-B1FC-520C-6CAE-9653A6730232}"/>
          </ac:picMkLst>
        </pc:picChg>
        <pc:picChg chg="add mod">
          <ac:chgData name="Deepika G" userId="f0622effdcc7320d" providerId="LiveId" clId="{2D60E1EE-DB18-467A-8DFC-75902AB4C7BA}" dt="2026-03-18T04:58:21.718" v="1186"/>
          <ac:picMkLst>
            <pc:docMk/>
            <pc:sldMk cId="0" sldId="262"/>
            <ac:picMk id="6" creationId="{F8E49C82-B8F1-AB8B-96A4-C07C38252BCC}"/>
          </ac:picMkLst>
        </pc:picChg>
      </pc:sldChg>
      <pc:sldChg chg="addSp delSp modSp mod">
        <pc:chgData name="Deepika G" userId="f0622effdcc7320d" providerId="LiveId" clId="{2D60E1EE-DB18-467A-8DFC-75902AB4C7BA}" dt="2026-03-25T05:17:49.060" v="3912" actId="1076"/>
        <pc:sldMkLst>
          <pc:docMk/>
          <pc:sldMk cId="0" sldId="264"/>
        </pc:sldMkLst>
        <pc:spChg chg="mod">
          <ac:chgData name="Deepika G" userId="f0622effdcc7320d" providerId="LiveId" clId="{2D60E1EE-DB18-467A-8DFC-75902AB4C7BA}" dt="2026-03-25T04:54:27.712" v="3789" actId="113"/>
          <ac:spMkLst>
            <pc:docMk/>
            <pc:sldMk cId="0" sldId="264"/>
            <ac:spMk id="107" creationId="{00000000-0000-0000-0000-000000000000}"/>
          </ac:spMkLst>
        </pc:spChg>
        <pc:spChg chg="mod">
          <ac:chgData name="Deepika G" userId="f0622effdcc7320d" providerId="LiveId" clId="{2D60E1EE-DB18-467A-8DFC-75902AB4C7BA}" dt="2026-03-25T05:17:49.060" v="3912" actId="1076"/>
          <ac:spMkLst>
            <pc:docMk/>
            <pc:sldMk cId="0" sldId="264"/>
            <ac:spMk id="108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5:25.066" v="104" actId="14100"/>
          <ac:picMkLst>
            <pc:docMk/>
            <pc:sldMk cId="0" sldId="264"/>
            <ac:picMk id="2" creationId="{AD672FF8-772D-DC55-39E2-C284CE7E806E}"/>
          </ac:picMkLst>
        </pc:picChg>
        <pc:picChg chg="add mod">
          <ac:chgData name="Deepika G" userId="f0622effdcc7320d" providerId="LiveId" clId="{2D60E1EE-DB18-467A-8DFC-75902AB4C7BA}" dt="2026-03-18T04:58:27.305" v="1188"/>
          <ac:picMkLst>
            <pc:docMk/>
            <pc:sldMk cId="0" sldId="264"/>
            <ac:picMk id="6" creationId="{A6D31206-A19A-E936-2174-52485DB7AFFE}"/>
          </ac:picMkLst>
        </pc:picChg>
      </pc:sldChg>
      <pc:sldChg chg="addSp delSp modSp mod">
        <pc:chgData name="Deepika G" userId="f0622effdcc7320d" providerId="LiveId" clId="{2D60E1EE-DB18-467A-8DFC-75902AB4C7BA}" dt="2026-03-25T04:52:04.508" v="3772" actId="113"/>
        <pc:sldMkLst>
          <pc:docMk/>
          <pc:sldMk cId="0" sldId="265"/>
        </pc:sldMkLst>
        <pc:spChg chg="mod">
          <ac:chgData name="Deepika G" userId="f0622effdcc7320d" providerId="LiveId" clId="{2D60E1EE-DB18-467A-8DFC-75902AB4C7BA}" dt="2026-03-25T04:52:04.508" v="3772" actId="113"/>
          <ac:spMkLst>
            <pc:docMk/>
            <pc:sldMk cId="0" sldId="265"/>
            <ac:spMk id="114" creationId="{00000000-0000-0000-0000-000000000000}"/>
          </ac:spMkLst>
        </pc:spChg>
        <pc:spChg chg="mod">
          <ac:chgData name="Deepika G" userId="f0622effdcc7320d" providerId="LiveId" clId="{2D60E1EE-DB18-467A-8DFC-75902AB4C7BA}" dt="2026-03-25T03:31:55.988" v="3018" actId="1076"/>
          <ac:spMkLst>
            <pc:docMk/>
            <pc:sldMk cId="0" sldId="265"/>
            <ac:spMk id="115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5:33.296" v="106" actId="14100"/>
          <ac:picMkLst>
            <pc:docMk/>
            <pc:sldMk cId="0" sldId="265"/>
            <ac:picMk id="2" creationId="{AFB95FEE-5AF9-D996-8E7F-38F7D8E907B9}"/>
          </ac:picMkLst>
        </pc:picChg>
        <pc:picChg chg="add mod">
          <ac:chgData name="Deepika G" userId="f0622effdcc7320d" providerId="LiveId" clId="{2D60E1EE-DB18-467A-8DFC-75902AB4C7BA}" dt="2026-03-18T04:58:39.069" v="1192" actId="14100"/>
          <ac:picMkLst>
            <pc:docMk/>
            <pc:sldMk cId="0" sldId="265"/>
            <ac:picMk id="6" creationId="{7ABE2532-EC7E-03BA-4929-65ED40C92519}"/>
          </ac:picMkLst>
        </pc:picChg>
      </pc:sldChg>
      <pc:sldChg chg="addSp delSp modSp mod">
        <pc:chgData name="Deepika G" userId="f0622effdcc7320d" providerId="LiveId" clId="{2D60E1EE-DB18-467A-8DFC-75902AB4C7BA}" dt="2026-03-25T04:49:45.311" v="3761" actId="113"/>
        <pc:sldMkLst>
          <pc:docMk/>
          <pc:sldMk cId="0" sldId="266"/>
        </pc:sldMkLst>
        <pc:spChg chg="mod">
          <ac:chgData name="Deepika G" userId="f0622effdcc7320d" providerId="LiveId" clId="{2D60E1EE-DB18-467A-8DFC-75902AB4C7BA}" dt="2026-03-25T04:49:45.311" v="3761" actId="113"/>
          <ac:spMkLst>
            <pc:docMk/>
            <pc:sldMk cId="0" sldId="266"/>
            <ac:spMk id="121" creationId="{00000000-0000-0000-0000-000000000000}"/>
          </ac:spMkLst>
        </pc:spChg>
        <pc:spChg chg="mod">
          <ac:chgData name="Deepika G" userId="f0622effdcc7320d" providerId="LiveId" clId="{2D60E1EE-DB18-467A-8DFC-75902AB4C7BA}" dt="2026-03-25T03:33:34.073" v="3065" actId="255"/>
          <ac:spMkLst>
            <pc:docMk/>
            <pc:sldMk cId="0" sldId="266"/>
            <ac:spMk id="122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5:38.233" v="108" actId="14100"/>
          <ac:picMkLst>
            <pc:docMk/>
            <pc:sldMk cId="0" sldId="266"/>
            <ac:picMk id="2" creationId="{FC981AC4-6ABD-7D17-31A2-0883B060902D}"/>
          </ac:picMkLst>
        </pc:picChg>
        <pc:picChg chg="mod">
          <ac:chgData name="Deepika G" userId="f0622effdcc7320d" providerId="LiveId" clId="{2D60E1EE-DB18-467A-8DFC-75902AB4C7BA}" dt="2026-03-18T04:03:49.246" v="618" actId="1036"/>
          <ac:picMkLst>
            <pc:docMk/>
            <pc:sldMk cId="0" sldId="266"/>
            <ac:picMk id="3" creationId="{7A7573F9-D183-FFB5-074E-4AAE0AF541C0}"/>
          </ac:picMkLst>
        </pc:picChg>
        <pc:picChg chg="add mod">
          <ac:chgData name="Deepika G" userId="f0622effdcc7320d" providerId="LiveId" clId="{2D60E1EE-DB18-467A-8DFC-75902AB4C7BA}" dt="2026-03-18T04:58:52.015" v="1194"/>
          <ac:picMkLst>
            <pc:docMk/>
            <pc:sldMk cId="0" sldId="266"/>
            <ac:picMk id="6" creationId="{BA07CBA0-382B-888D-DBA6-80E3D5BC1EA6}"/>
          </ac:picMkLst>
        </pc:picChg>
      </pc:sldChg>
      <pc:sldChg chg="addSp delSp modSp mod">
        <pc:chgData name="Deepika G" userId="f0622effdcc7320d" providerId="LiveId" clId="{2D60E1EE-DB18-467A-8DFC-75902AB4C7BA}" dt="2026-03-25T04:47:23.400" v="3743" actId="113"/>
        <pc:sldMkLst>
          <pc:docMk/>
          <pc:sldMk cId="0" sldId="267"/>
        </pc:sldMkLst>
        <pc:spChg chg="mod">
          <ac:chgData name="Deepika G" userId="f0622effdcc7320d" providerId="LiveId" clId="{2D60E1EE-DB18-467A-8DFC-75902AB4C7BA}" dt="2026-03-25T04:47:23.400" v="3743" actId="113"/>
          <ac:spMkLst>
            <pc:docMk/>
            <pc:sldMk cId="0" sldId="267"/>
            <ac:spMk id="128" creationId="{00000000-0000-0000-0000-000000000000}"/>
          </ac:spMkLst>
        </pc:spChg>
        <pc:spChg chg="mod">
          <ac:chgData name="Deepika G" userId="f0622effdcc7320d" providerId="LiveId" clId="{2D60E1EE-DB18-467A-8DFC-75902AB4C7BA}" dt="2026-03-25T03:35:11.240" v="3146" actId="1076"/>
          <ac:spMkLst>
            <pc:docMk/>
            <pc:sldMk cId="0" sldId="267"/>
            <ac:spMk id="129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5:45.712" v="110" actId="14100"/>
          <ac:picMkLst>
            <pc:docMk/>
            <pc:sldMk cId="0" sldId="267"/>
            <ac:picMk id="2" creationId="{9BCC569A-DC58-D5AB-4C29-180117F7E502}"/>
          </ac:picMkLst>
        </pc:picChg>
        <pc:picChg chg="mod">
          <ac:chgData name="Deepika G" userId="f0622effdcc7320d" providerId="LiveId" clId="{2D60E1EE-DB18-467A-8DFC-75902AB4C7BA}" dt="2026-03-18T06:37:36.330" v="1817" actId="14100"/>
          <ac:picMkLst>
            <pc:docMk/>
            <pc:sldMk cId="0" sldId="267"/>
            <ac:picMk id="3" creationId="{55424CD8-DE31-13E2-0812-8722808444AE}"/>
          </ac:picMkLst>
        </pc:picChg>
        <pc:picChg chg="add mod">
          <ac:chgData name="Deepika G" userId="f0622effdcc7320d" providerId="LiveId" clId="{2D60E1EE-DB18-467A-8DFC-75902AB4C7BA}" dt="2026-03-18T04:58:58.013" v="1196"/>
          <ac:picMkLst>
            <pc:docMk/>
            <pc:sldMk cId="0" sldId="267"/>
            <ac:picMk id="6" creationId="{7A745735-74AB-EA4E-8384-71EFB094AC78}"/>
          </ac:picMkLst>
        </pc:picChg>
      </pc:sldChg>
      <pc:sldChg chg="addSp delSp modSp mod ord">
        <pc:chgData name="Deepika G" userId="f0622effdcc7320d" providerId="LiveId" clId="{2D60E1EE-DB18-467A-8DFC-75902AB4C7BA}" dt="2026-03-25T05:00:40.048" v="3825" actId="113"/>
        <pc:sldMkLst>
          <pc:docMk/>
          <pc:sldMk cId="0" sldId="269"/>
        </pc:sldMkLst>
        <pc:spChg chg="add mod">
          <ac:chgData name="Deepika G" userId="f0622effdcc7320d" providerId="LiveId" clId="{2D60E1EE-DB18-467A-8DFC-75902AB4C7BA}" dt="2026-03-25T05:00:40.048" v="3825" actId="113"/>
          <ac:spMkLst>
            <pc:docMk/>
            <pc:sldMk cId="0" sldId="269"/>
            <ac:spMk id="13" creationId="{131EBFC1-C707-7E0F-ED16-93E0B2B3A757}"/>
          </ac:spMkLst>
        </pc:spChg>
        <pc:spChg chg="mod">
          <ac:chgData name="Deepika G" userId="f0622effdcc7320d" providerId="LiveId" clId="{2D60E1EE-DB18-467A-8DFC-75902AB4C7BA}" dt="2026-03-18T06:44:56.314" v="1917" actId="1076"/>
          <ac:spMkLst>
            <pc:docMk/>
            <pc:sldMk cId="0" sldId="269"/>
            <ac:spMk id="143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5:54.413" v="112" actId="14100"/>
          <ac:picMkLst>
            <pc:docMk/>
            <pc:sldMk cId="0" sldId="269"/>
            <ac:picMk id="3" creationId="{0E83FDD8-3FC8-0357-1235-108169F8CF14}"/>
          </ac:picMkLst>
        </pc:picChg>
        <pc:picChg chg="add mod">
          <ac:chgData name="Deepika G" userId="f0622effdcc7320d" providerId="LiveId" clId="{2D60E1EE-DB18-467A-8DFC-75902AB4C7BA}" dt="2026-03-18T04:59:07.311" v="1198"/>
          <ac:picMkLst>
            <pc:docMk/>
            <pc:sldMk cId="0" sldId="269"/>
            <ac:picMk id="10" creationId="{4A2549C2-E43C-8427-8D73-D1C4FF2D05DF}"/>
          </ac:picMkLst>
        </pc:picChg>
        <pc:picChg chg="add mod modCrop">
          <ac:chgData name="Deepika G" userId="f0622effdcc7320d" providerId="LiveId" clId="{2D60E1EE-DB18-467A-8DFC-75902AB4C7BA}" dt="2026-03-18T08:16:32.287" v="2739" actId="732"/>
          <ac:picMkLst>
            <pc:docMk/>
            <pc:sldMk cId="0" sldId="269"/>
            <ac:picMk id="14" creationId="{EB2E46D2-735A-A9AB-5364-859B4D288FBC}"/>
          </ac:picMkLst>
        </pc:picChg>
        <pc:picChg chg="add mod modCrop">
          <ac:chgData name="Deepika G" userId="f0622effdcc7320d" providerId="LiveId" clId="{2D60E1EE-DB18-467A-8DFC-75902AB4C7BA}" dt="2026-03-18T08:13:29.081" v="2728" actId="14100"/>
          <ac:picMkLst>
            <pc:docMk/>
            <pc:sldMk cId="0" sldId="269"/>
            <ac:picMk id="16" creationId="{7B1C90DD-EA5F-267B-F512-04C2E5BB3DE0}"/>
          </ac:picMkLst>
        </pc:picChg>
        <pc:picChg chg="add mod">
          <ac:chgData name="Deepika G" userId="f0622effdcc7320d" providerId="LiveId" clId="{2D60E1EE-DB18-467A-8DFC-75902AB4C7BA}" dt="2026-03-18T08:17:36.771" v="2745" actId="14100"/>
          <ac:picMkLst>
            <pc:docMk/>
            <pc:sldMk cId="0" sldId="269"/>
            <ac:picMk id="20" creationId="{2CFF88C9-8561-9475-80E4-07B991470B35}"/>
          </ac:picMkLst>
        </pc:picChg>
        <pc:picChg chg="add mod">
          <ac:chgData name="Deepika G" userId="f0622effdcc7320d" providerId="LiveId" clId="{2D60E1EE-DB18-467A-8DFC-75902AB4C7BA}" dt="2026-03-18T08:21:13.645" v="2753" actId="1076"/>
          <ac:picMkLst>
            <pc:docMk/>
            <pc:sldMk cId="0" sldId="269"/>
            <ac:picMk id="22" creationId="{F3F033D9-59A5-2BAD-1B00-C2A57B4E6FAD}"/>
          </ac:picMkLst>
        </pc:picChg>
      </pc:sldChg>
      <pc:sldChg chg="addSp delSp modSp mod">
        <pc:chgData name="Deepika G" userId="f0622effdcc7320d" providerId="LiveId" clId="{2D60E1EE-DB18-467A-8DFC-75902AB4C7BA}" dt="2026-03-18T07:53:52.302" v="2527" actId="1076"/>
        <pc:sldMkLst>
          <pc:docMk/>
          <pc:sldMk cId="0" sldId="271"/>
        </pc:sldMkLst>
        <pc:spChg chg="add mod">
          <ac:chgData name="Deepika G" userId="f0622effdcc7320d" providerId="LiveId" clId="{2D60E1EE-DB18-467A-8DFC-75902AB4C7BA}" dt="2026-03-18T07:53:52.302" v="2527" actId="1076"/>
          <ac:spMkLst>
            <pc:docMk/>
            <pc:sldMk cId="0" sldId="271"/>
            <ac:spMk id="10" creationId="{7F7AD1A5-25FD-2827-C470-421B43172038}"/>
          </ac:spMkLst>
        </pc:spChg>
        <pc:spChg chg="mod">
          <ac:chgData name="Deepika G" userId="f0622effdcc7320d" providerId="LiveId" clId="{2D60E1EE-DB18-467A-8DFC-75902AB4C7BA}" dt="2026-03-18T06:24:37.632" v="1678" actId="1076"/>
          <ac:spMkLst>
            <pc:docMk/>
            <pc:sldMk cId="0" sldId="271"/>
            <ac:spMk id="156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7:40.510" v="131" actId="14100"/>
          <ac:picMkLst>
            <pc:docMk/>
            <pc:sldMk cId="0" sldId="271"/>
            <ac:picMk id="2" creationId="{9ABAEBD1-D00A-BF76-BA5F-E15FF166F03A}"/>
          </ac:picMkLst>
        </pc:picChg>
        <pc:picChg chg="add del mod">
          <ac:chgData name="Deepika G" userId="f0622effdcc7320d" providerId="LiveId" clId="{2D60E1EE-DB18-467A-8DFC-75902AB4C7BA}" dt="2026-03-18T04:59:58.330" v="1223" actId="478"/>
          <ac:picMkLst>
            <pc:docMk/>
            <pc:sldMk cId="0" sldId="271"/>
            <ac:picMk id="7" creationId="{21F9EF41-C074-F9BE-2A6E-59B952DC4F4D}"/>
          </ac:picMkLst>
        </pc:picChg>
        <pc:picChg chg="add mod">
          <ac:chgData name="Deepika G" userId="f0622effdcc7320d" providerId="LiveId" clId="{2D60E1EE-DB18-467A-8DFC-75902AB4C7BA}" dt="2026-03-18T04:59:58.838" v="1224"/>
          <ac:picMkLst>
            <pc:docMk/>
            <pc:sldMk cId="0" sldId="271"/>
            <ac:picMk id="8" creationId="{E4427E00-EF1A-682A-F18C-E3ED368CE349}"/>
          </ac:picMkLst>
        </pc:picChg>
      </pc:sldChg>
      <pc:sldChg chg="addSp delSp modSp mod ord">
        <pc:chgData name="Deepika G" userId="f0622effdcc7320d" providerId="LiveId" clId="{2D60E1EE-DB18-467A-8DFC-75902AB4C7BA}" dt="2026-03-25T03:36:30.795" v="3148"/>
        <pc:sldMkLst>
          <pc:docMk/>
          <pc:sldMk cId="0" sldId="275"/>
        </pc:sldMkLst>
        <pc:spChg chg="mod">
          <ac:chgData name="Deepika G" userId="f0622effdcc7320d" providerId="LiveId" clId="{2D60E1EE-DB18-467A-8DFC-75902AB4C7BA}" dt="2026-03-18T07:20:04.997" v="2019" actId="1076"/>
          <ac:spMkLst>
            <pc:docMk/>
            <pc:sldMk cId="0" sldId="275"/>
            <ac:spMk id="184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7:27.392" v="127" actId="14100"/>
          <ac:picMkLst>
            <pc:docMk/>
            <pc:sldMk cId="0" sldId="275"/>
            <ac:picMk id="2" creationId="{CE3795B7-ADFF-10F3-62FE-136175B18BE2}"/>
          </ac:picMkLst>
        </pc:picChg>
        <pc:picChg chg="add mod">
          <ac:chgData name="Deepika G" userId="f0622effdcc7320d" providerId="LiveId" clId="{2D60E1EE-DB18-467A-8DFC-75902AB4C7BA}" dt="2026-03-18T05:00:42.916" v="1235" actId="14100"/>
          <ac:picMkLst>
            <pc:docMk/>
            <pc:sldMk cId="0" sldId="275"/>
            <ac:picMk id="5" creationId="{6342514A-09B2-AE7F-886C-FF8A5DCDFE3B}"/>
          </ac:picMkLst>
        </pc:picChg>
        <pc:picChg chg="mod">
          <ac:chgData name="Deepika G" userId="f0622effdcc7320d" providerId="LiveId" clId="{2D60E1EE-DB18-467A-8DFC-75902AB4C7BA}" dt="2026-03-18T07:20:26.372" v="2026" actId="1076"/>
          <ac:picMkLst>
            <pc:docMk/>
            <pc:sldMk cId="0" sldId="275"/>
            <ac:picMk id="6" creationId="{9D6C1BEA-9679-1BB9-9698-5A6C50493731}"/>
          </ac:picMkLst>
        </pc:picChg>
      </pc:sldChg>
      <pc:sldChg chg="addSp delSp modSp mod ord">
        <pc:chgData name="Deepika G" userId="f0622effdcc7320d" providerId="LiveId" clId="{2D60E1EE-DB18-467A-8DFC-75902AB4C7BA}" dt="2026-03-25T04:56:39.558" v="3806" actId="113"/>
        <pc:sldMkLst>
          <pc:docMk/>
          <pc:sldMk cId="0" sldId="276"/>
        </pc:sldMkLst>
        <pc:spChg chg="mod">
          <ac:chgData name="Deepika G" userId="f0622effdcc7320d" providerId="LiveId" clId="{2D60E1EE-DB18-467A-8DFC-75902AB4C7BA}" dt="2026-03-25T04:56:39.558" v="3806" actId="113"/>
          <ac:spMkLst>
            <pc:docMk/>
            <pc:sldMk cId="0" sldId="276"/>
            <ac:spMk id="190" creationId="{00000000-0000-0000-0000-000000000000}"/>
          </ac:spMkLst>
        </pc:spChg>
        <pc:spChg chg="mod">
          <ac:chgData name="Deepika G" userId="f0622effdcc7320d" providerId="LiveId" clId="{2D60E1EE-DB18-467A-8DFC-75902AB4C7BA}" dt="2026-03-18T06:44:26.952" v="1898" actId="1076"/>
          <ac:spMkLst>
            <pc:docMk/>
            <pc:sldMk cId="0" sldId="276"/>
            <ac:spMk id="191" creationId="{00000000-0000-0000-0000-000000000000}"/>
          </ac:spMkLst>
        </pc:spChg>
        <pc:picChg chg="mod">
          <ac:chgData name="Deepika G" userId="f0622effdcc7320d" providerId="LiveId" clId="{2D60E1EE-DB18-467A-8DFC-75902AB4C7BA}" dt="2026-03-18T07:06:53.287" v="1920" actId="1076"/>
          <ac:picMkLst>
            <pc:docMk/>
            <pc:sldMk cId="0" sldId="276"/>
            <ac:picMk id="2" creationId="{43D8DB6A-BC20-96DE-3A08-2C5CAC1CFF26}"/>
          </ac:picMkLst>
        </pc:picChg>
        <pc:picChg chg="add mod">
          <ac:chgData name="Deepika G" userId="f0622effdcc7320d" providerId="LiveId" clId="{2D60E1EE-DB18-467A-8DFC-75902AB4C7BA}" dt="2026-03-18T03:16:01.872" v="114" actId="14100"/>
          <ac:picMkLst>
            <pc:docMk/>
            <pc:sldMk cId="0" sldId="276"/>
            <ac:picMk id="3" creationId="{A94DFE08-7081-870C-4F12-907FFD839143}"/>
          </ac:picMkLst>
        </pc:picChg>
        <pc:picChg chg="add mod">
          <ac:chgData name="Deepika G" userId="f0622effdcc7320d" providerId="LiveId" clId="{2D60E1EE-DB18-467A-8DFC-75902AB4C7BA}" dt="2026-03-18T04:59:18.425" v="1201" actId="14100"/>
          <ac:picMkLst>
            <pc:docMk/>
            <pc:sldMk cId="0" sldId="276"/>
            <ac:picMk id="6" creationId="{A56575B3-8418-B58B-B3EE-1F1345351662}"/>
          </ac:picMkLst>
        </pc:picChg>
      </pc:sldChg>
      <pc:sldChg chg="addSp delSp modSp mod">
        <pc:chgData name="Deepika G" userId="f0622effdcc7320d" providerId="LiveId" clId="{2D60E1EE-DB18-467A-8DFC-75902AB4C7BA}" dt="2026-03-25T04:04:28.524" v="3368" actId="1076"/>
        <pc:sldMkLst>
          <pc:docMk/>
          <pc:sldMk cId="0" sldId="277"/>
        </pc:sldMkLst>
        <pc:spChg chg="mod">
          <ac:chgData name="Deepika G" userId="f0622effdcc7320d" providerId="LiveId" clId="{2D60E1EE-DB18-467A-8DFC-75902AB4C7BA}" dt="2026-03-25T04:04:28.524" v="3368" actId="1076"/>
          <ac:spMkLst>
            <pc:docMk/>
            <pc:sldMk cId="0" sldId="277"/>
            <ac:spMk id="197" creationId="{00000000-0000-0000-0000-000000000000}"/>
          </ac:spMkLst>
        </pc:spChg>
        <pc:spChg chg="mod">
          <ac:chgData name="Deepika G" userId="f0622effdcc7320d" providerId="LiveId" clId="{2D60E1EE-DB18-467A-8DFC-75902AB4C7BA}" dt="2026-03-25T03:57:12.218" v="3315" actId="14100"/>
          <ac:spMkLst>
            <pc:docMk/>
            <pc:sldMk cId="0" sldId="277"/>
            <ac:spMk id="198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7:34.250" v="129" actId="14100"/>
          <ac:picMkLst>
            <pc:docMk/>
            <pc:sldMk cId="0" sldId="277"/>
            <ac:picMk id="2" creationId="{35281653-599B-EC88-2D3D-0E8FB3D5FE34}"/>
          </ac:picMkLst>
        </pc:picChg>
        <pc:picChg chg="mod">
          <ac:chgData name="Deepika G" userId="f0622effdcc7320d" providerId="LiveId" clId="{2D60E1EE-DB18-467A-8DFC-75902AB4C7BA}" dt="2026-03-25T03:57:57.134" v="3319" actId="14100"/>
          <ac:picMkLst>
            <pc:docMk/>
            <pc:sldMk cId="0" sldId="277"/>
            <ac:picMk id="4" creationId="{E95585E0-530C-6F87-8A68-146359887BE2}"/>
          </ac:picMkLst>
        </pc:picChg>
        <pc:picChg chg="mod">
          <ac:chgData name="Deepika G" userId="f0622effdcc7320d" providerId="LiveId" clId="{2D60E1EE-DB18-467A-8DFC-75902AB4C7BA}" dt="2026-03-25T03:58:15.236" v="3321" actId="14100"/>
          <ac:picMkLst>
            <pc:docMk/>
            <pc:sldMk cId="0" sldId="277"/>
            <ac:picMk id="6" creationId="{86247306-2188-15A2-C97E-9461AF32C4E8}"/>
          </ac:picMkLst>
        </pc:picChg>
        <pc:picChg chg="add mod">
          <ac:chgData name="Deepika G" userId="f0622effdcc7320d" providerId="LiveId" clId="{2D60E1EE-DB18-467A-8DFC-75902AB4C7BA}" dt="2026-03-25T03:57:06.654" v="3314" actId="14100"/>
          <ac:picMkLst>
            <pc:docMk/>
            <pc:sldMk cId="0" sldId="277"/>
            <ac:picMk id="12" creationId="{6E83AE32-6019-792F-D821-4B85DE94C3DB}"/>
          </ac:picMkLst>
        </pc:picChg>
      </pc:sldChg>
      <pc:sldChg chg="addSp delSp modSp mod">
        <pc:chgData name="Deepika G" userId="f0622effdcc7320d" providerId="LiveId" clId="{2D60E1EE-DB18-467A-8DFC-75902AB4C7BA}" dt="2026-03-25T04:38:04.781" v="3641" actId="1076"/>
        <pc:sldMkLst>
          <pc:docMk/>
          <pc:sldMk cId="0" sldId="281"/>
        </pc:sldMkLst>
        <pc:spChg chg="mod">
          <ac:chgData name="Deepika G" userId="f0622effdcc7320d" providerId="LiveId" clId="{2D60E1EE-DB18-467A-8DFC-75902AB4C7BA}" dt="2026-03-25T04:38:04.781" v="3641" actId="1076"/>
          <ac:spMkLst>
            <pc:docMk/>
            <pc:sldMk cId="0" sldId="281"/>
            <ac:spMk id="225" creationId="{00000000-0000-0000-0000-000000000000}"/>
          </ac:spMkLst>
        </pc:spChg>
        <pc:spChg chg="mod">
          <ac:chgData name="Deepika G" userId="f0622effdcc7320d" providerId="LiveId" clId="{2D60E1EE-DB18-467A-8DFC-75902AB4C7BA}" dt="2026-03-18T06:24:21.679" v="1675" actId="1076"/>
          <ac:spMkLst>
            <pc:docMk/>
            <pc:sldMk cId="0" sldId="281"/>
            <ac:spMk id="226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7:46.468" v="133" actId="14100"/>
          <ac:picMkLst>
            <pc:docMk/>
            <pc:sldMk cId="0" sldId="281"/>
            <ac:picMk id="2" creationId="{A0FABD3A-2B46-1BDB-BA60-E8C8D6065378}"/>
          </ac:picMkLst>
        </pc:picChg>
        <pc:picChg chg="add del mod">
          <ac:chgData name="Deepika G" userId="f0622effdcc7320d" providerId="LiveId" clId="{2D60E1EE-DB18-467A-8DFC-75902AB4C7BA}" dt="2026-03-18T05:00:03.288" v="1225" actId="478"/>
          <ac:picMkLst>
            <pc:docMk/>
            <pc:sldMk cId="0" sldId="281"/>
            <ac:picMk id="4" creationId="{3C20357B-9258-2890-F801-2DF7DDD04F97}"/>
          </ac:picMkLst>
        </pc:picChg>
        <pc:picChg chg="add mod">
          <ac:chgData name="Deepika G" userId="f0622effdcc7320d" providerId="LiveId" clId="{2D60E1EE-DB18-467A-8DFC-75902AB4C7BA}" dt="2026-03-18T05:00:03.938" v="1226"/>
          <ac:picMkLst>
            <pc:docMk/>
            <pc:sldMk cId="0" sldId="281"/>
            <ac:picMk id="5" creationId="{A750BE97-8A0A-5DE8-8EF9-C62BBF5B13EA}"/>
          </ac:picMkLst>
        </pc:picChg>
      </pc:sldChg>
      <pc:sldChg chg="addSp delSp modSp mod">
        <pc:chgData name="Deepika G" userId="f0622effdcc7320d" providerId="LiveId" clId="{2D60E1EE-DB18-467A-8DFC-75902AB4C7BA}" dt="2026-03-25T04:41:50.800" v="3694" actId="1076"/>
        <pc:sldMkLst>
          <pc:docMk/>
          <pc:sldMk cId="0" sldId="282"/>
        </pc:sldMkLst>
        <pc:spChg chg="mod">
          <ac:chgData name="Deepika G" userId="f0622effdcc7320d" providerId="LiveId" clId="{2D60E1EE-DB18-467A-8DFC-75902AB4C7BA}" dt="2026-03-18T06:23:59.177" v="1672" actId="1076"/>
          <ac:spMkLst>
            <pc:docMk/>
            <pc:sldMk cId="0" sldId="282"/>
            <ac:spMk id="231" creationId="{00000000-0000-0000-0000-000000000000}"/>
          </ac:spMkLst>
        </pc:spChg>
        <pc:spChg chg="mod">
          <ac:chgData name="Deepika G" userId="f0622effdcc7320d" providerId="LiveId" clId="{2D60E1EE-DB18-467A-8DFC-75902AB4C7BA}" dt="2026-03-25T04:41:50.800" v="3694" actId="1076"/>
          <ac:spMkLst>
            <pc:docMk/>
            <pc:sldMk cId="0" sldId="282"/>
            <ac:spMk id="232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7:57.228" v="135" actId="14100"/>
          <ac:picMkLst>
            <pc:docMk/>
            <pc:sldMk cId="0" sldId="282"/>
            <ac:picMk id="2" creationId="{F1E04C37-A111-1DCA-97AB-9B3CC45218E2}"/>
          </ac:picMkLst>
        </pc:picChg>
        <pc:picChg chg="add mod">
          <ac:chgData name="Deepika G" userId="f0622effdcc7320d" providerId="LiveId" clId="{2D60E1EE-DB18-467A-8DFC-75902AB4C7BA}" dt="2026-03-18T05:00:11.172" v="1228"/>
          <ac:picMkLst>
            <pc:docMk/>
            <pc:sldMk cId="0" sldId="282"/>
            <ac:picMk id="5" creationId="{F81C5C2A-A22D-ABBA-1A51-A763AD86CF78}"/>
          </ac:picMkLst>
        </pc:picChg>
      </pc:sldChg>
      <pc:sldChg chg="addSp delSp modSp mod">
        <pc:chgData name="Deepika G" userId="f0622effdcc7320d" providerId="LiveId" clId="{2D60E1EE-DB18-467A-8DFC-75902AB4C7BA}" dt="2026-03-25T04:44:19.342" v="3726" actId="1076"/>
        <pc:sldMkLst>
          <pc:docMk/>
          <pc:sldMk cId="0" sldId="283"/>
        </pc:sldMkLst>
        <pc:spChg chg="mod">
          <ac:chgData name="Deepika G" userId="f0622effdcc7320d" providerId="LiveId" clId="{2D60E1EE-DB18-467A-8DFC-75902AB4C7BA}" dt="2026-03-25T04:44:19.342" v="3726" actId="1076"/>
          <ac:spMkLst>
            <pc:docMk/>
            <pc:sldMk cId="0" sldId="283"/>
            <ac:spMk id="237" creationId="{00000000-0000-0000-0000-000000000000}"/>
          </ac:spMkLst>
        </pc:spChg>
        <pc:spChg chg="mod">
          <ac:chgData name="Deepika G" userId="f0622effdcc7320d" providerId="LiveId" clId="{2D60E1EE-DB18-467A-8DFC-75902AB4C7BA}" dt="2026-03-24T04:15:36.198" v="2869" actId="1076"/>
          <ac:spMkLst>
            <pc:docMk/>
            <pc:sldMk cId="0" sldId="283"/>
            <ac:spMk id="238" creationId="{00000000-0000-0000-0000-000000000000}"/>
          </ac:spMkLst>
        </pc:spChg>
        <pc:picChg chg="add mod">
          <ac:chgData name="Deepika G" userId="f0622effdcc7320d" providerId="LiveId" clId="{2D60E1EE-DB18-467A-8DFC-75902AB4C7BA}" dt="2026-03-18T03:18:18.631" v="137" actId="14100"/>
          <ac:picMkLst>
            <pc:docMk/>
            <pc:sldMk cId="0" sldId="283"/>
            <ac:picMk id="2" creationId="{A20DCE68-334F-3120-A78A-4DFBD4A7618D}"/>
          </ac:picMkLst>
        </pc:picChg>
        <pc:picChg chg="add mod">
          <ac:chgData name="Deepika G" userId="f0622effdcc7320d" providerId="LiveId" clId="{2D60E1EE-DB18-467A-8DFC-75902AB4C7BA}" dt="2026-03-18T05:00:15.228" v="1230"/>
          <ac:picMkLst>
            <pc:docMk/>
            <pc:sldMk cId="0" sldId="283"/>
            <ac:picMk id="5" creationId="{9E407527-0B94-A837-F43B-BC8FFA0181DE}"/>
          </ac:picMkLst>
        </pc:picChg>
      </pc:sldChg>
      <pc:sldChg chg="addSp modSp new mod">
        <pc:chgData name="Deepika G" userId="f0622effdcc7320d" providerId="LiveId" clId="{2D60E1EE-DB18-467A-8DFC-75902AB4C7BA}" dt="2026-03-25T05:17:12.927" v="3911" actId="113"/>
        <pc:sldMkLst>
          <pc:docMk/>
          <pc:sldMk cId="202930465" sldId="286"/>
        </pc:sldMkLst>
        <pc:spChg chg="mod">
          <ac:chgData name="Deepika G" userId="f0622effdcc7320d" providerId="LiveId" clId="{2D60E1EE-DB18-467A-8DFC-75902AB4C7BA}" dt="2026-03-25T05:16:51.201" v="3908" actId="1076"/>
          <ac:spMkLst>
            <pc:docMk/>
            <pc:sldMk cId="202930465" sldId="286"/>
            <ac:spMk id="2" creationId="{09A7CD17-C0E6-BA1A-A8CE-EB99E5493EC9}"/>
          </ac:spMkLst>
        </pc:spChg>
        <pc:spChg chg="mod">
          <ac:chgData name="Deepika G" userId="f0622effdcc7320d" providerId="LiveId" clId="{2D60E1EE-DB18-467A-8DFC-75902AB4C7BA}" dt="2026-03-24T04:05:08.588" v="2842" actId="14100"/>
          <ac:spMkLst>
            <pc:docMk/>
            <pc:sldMk cId="202930465" sldId="286"/>
            <ac:spMk id="3" creationId="{EF598785-B4DC-B482-618B-7D0F4E0723C0}"/>
          </ac:spMkLst>
        </pc:spChg>
        <pc:spChg chg="add mod">
          <ac:chgData name="Deepika G" userId="f0622effdcc7320d" providerId="LiveId" clId="{2D60E1EE-DB18-467A-8DFC-75902AB4C7BA}" dt="2026-03-25T05:17:12.927" v="3911" actId="113"/>
          <ac:spMkLst>
            <pc:docMk/>
            <pc:sldMk cId="202930465" sldId="286"/>
            <ac:spMk id="6" creationId="{7CED0F8A-69D3-6E4D-DA65-1398BEFE3333}"/>
          </ac:spMkLst>
        </pc:spChg>
        <pc:picChg chg="add mod">
          <ac:chgData name="Deepika G" userId="f0622effdcc7320d" providerId="LiveId" clId="{2D60E1EE-DB18-467A-8DFC-75902AB4C7BA}" dt="2026-03-24T04:02:07.250" v="2839" actId="1076"/>
          <ac:picMkLst>
            <pc:docMk/>
            <pc:sldMk cId="202930465" sldId="286"/>
            <ac:picMk id="8" creationId="{DA8EB6FB-BB12-A844-2236-B8D50A34C124}"/>
          </ac:picMkLst>
        </pc:picChg>
        <pc:picChg chg="add mod">
          <ac:chgData name="Deepika G" userId="f0622effdcc7320d" providerId="LiveId" clId="{2D60E1EE-DB18-467A-8DFC-75902AB4C7BA}" dt="2026-03-24T04:08:28.966" v="2848" actId="1076"/>
          <ac:picMkLst>
            <pc:docMk/>
            <pc:sldMk cId="202930465" sldId="286"/>
            <ac:picMk id="10" creationId="{81DCA870-51BD-3CDF-01B0-35C120E047B2}"/>
          </ac:picMkLst>
        </pc:picChg>
      </pc:sldChg>
      <pc:sldChg chg="modSp new mod">
        <pc:chgData name="Deepika G" userId="f0622effdcc7320d" providerId="LiveId" clId="{2D60E1EE-DB18-467A-8DFC-75902AB4C7BA}" dt="2026-03-24T04:10:19.387" v="2861" actId="1076"/>
        <pc:sldMkLst>
          <pc:docMk/>
          <pc:sldMk cId="1573061725" sldId="287"/>
        </pc:sldMkLst>
        <pc:spChg chg="mod">
          <ac:chgData name="Deepika G" userId="f0622effdcc7320d" providerId="LiveId" clId="{2D60E1EE-DB18-467A-8DFC-75902AB4C7BA}" dt="2026-03-18T06:21:01.907" v="1571" actId="20577"/>
          <ac:spMkLst>
            <pc:docMk/>
            <pc:sldMk cId="1573061725" sldId="287"/>
            <ac:spMk id="2" creationId="{05989340-ECDD-2297-49D0-A5E38A4CC6FD}"/>
          </ac:spMkLst>
        </pc:spChg>
        <pc:spChg chg="mod">
          <ac:chgData name="Deepika G" userId="f0622effdcc7320d" providerId="LiveId" clId="{2D60E1EE-DB18-467A-8DFC-75902AB4C7BA}" dt="2026-03-24T04:10:19.387" v="2861" actId="1076"/>
          <ac:spMkLst>
            <pc:docMk/>
            <pc:sldMk cId="1573061725" sldId="287"/>
            <ac:spMk id="3" creationId="{F6CAED4A-5D27-AAE3-97B3-55E40EDB859C}"/>
          </ac:spMkLst>
        </pc:spChg>
      </pc:sldChg>
      <pc:sldChg chg="addSp delSp modSp new mod">
        <pc:chgData name="Deepika G" userId="f0622effdcc7320d" providerId="LiveId" clId="{2D60E1EE-DB18-467A-8DFC-75902AB4C7BA}" dt="2026-03-25T05:05:44.334" v="3836" actId="113"/>
        <pc:sldMkLst>
          <pc:docMk/>
          <pc:sldMk cId="1264660340" sldId="288"/>
        </pc:sldMkLst>
        <pc:spChg chg="mod">
          <ac:chgData name="Deepika G" userId="f0622effdcc7320d" providerId="LiveId" clId="{2D60E1EE-DB18-467A-8DFC-75902AB4C7BA}" dt="2026-03-18T07:08:23.147" v="1927" actId="1076"/>
          <ac:spMkLst>
            <pc:docMk/>
            <pc:sldMk cId="1264660340" sldId="288"/>
            <ac:spMk id="2" creationId="{8EDCBF3C-188A-7F1E-B7BB-3DA0490C4BA7}"/>
          </ac:spMkLst>
        </pc:spChg>
        <pc:spChg chg="mod">
          <ac:chgData name="Deepika G" userId="f0622effdcc7320d" providerId="LiveId" clId="{2D60E1EE-DB18-467A-8DFC-75902AB4C7BA}" dt="2026-03-25T05:05:44.334" v="3836" actId="113"/>
          <ac:spMkLst>
            <pc:docMk/>
            <pc:sldMk cId="1264660340" sldId="288"/>
            <ac:spMk id="3" creationId="{0244B023-20DB-1CF8-C489-167F6456C6B7}"/>
          </ac:spMkLst>
        </pc:spChg>
        <pc:picChg chg="add mod">
          <ac:chgData name="Deepika G" userId="f0622effdcc7320d" providerId="LiveId" clId="{2D60E1EE-DB18-467A-8DFC-75902AB4C7BA}" dt="2026-03-18T07:08:34.800" v="1929" actId="1076"/>
          <ac:picMkLst>
            <pc:docMk/>
            <pc:sldMk cId="1264660340" sldId="288"/>
            <ac:picMk id="8" creationId="{8A6669EB-9DFC-C68E-EC78-93BFDD64E0D8}"/>
          </ac:picMkLst>
        </pc:picChg>
        <pc:picChg chg="add mod">
          <ac:chgData name="Deepika G" userId="f0622effdcc7320d" providerId="LiveId" clId="{2D60E1EE-DB18-467A-8DFC-75902AB4C7BA}" dt="2026-03-18T07:08:42.066" v="1930"/>
          <ac:picMkLst>
            <pc:docMk/>
            <pc:sldMk cId="1264660340" sldId="288"/>
            <ac:picMk id="9" creationId="{1CC2C3BF-5E2B-2257-2271-45F007447436}"/>
          </ac:picMkLst>
        </pc:picChg>
        <pc:picChg chg="add mod">
          <ac:chgData name="Deepika G" userId="f0622effdcc7320d" providerId="LiveId" clId="{2D60E1EE-DB18-467A-8DFC-75902AB4C7BA}" dt="2026-03-18T07:12:38.115" v="1965" actId="14100"/>
          <ac:picMkLst>
            <pc:docMk/>
            <pc:sldMk cId="1264660340" sldId="288"/>
            <ac:picMk id="11" creationId="{C17C7416-E8F2-AC52-C02E-B4A25FE8672B}"/>
          </ac:picMkLst>
        </pc:picChg>
      </pc:sldChg>
      <pc:sldChg chg="addSp delSp modSp new mod">
        <pc:chgData name="Deepika G" userId="f0622effdcc7320d" providerId="LiveId" clId="{2D60E1EE-DB18-467A-8DFC-75902AB4C7BA}" dt="2026-03-25T03:41:01.849" v="3216" actId="1076"/>
        <pc:sldMkLst>
          <pc:docMk/>
          <pc:sldMk cId="1457789979" sldId="289"/>
        </pc:sldMkLst>
        <pc:spChg chg="mod">
          <ac:chgData name="Deepika G" userId="f0622effdcc7320d" providerId="LiveId" clId="{2D60E1EE-DB18-467A-8DFC-75902AB4C7BA}" dt="2026-03-25T03:41:01.849" v="3216" actId="1076"/>
          <ac:spMkLst>
            <pc:docMk/>
            <pc:sldMk cId="1457789979" sldId="289"/>
            <ac:spMk id="2" creationId="{584D4564-1812-1474-BED2-F19C17CA541F}"/>
          </ac:spMkLst>
        </pc:spChg>
        <pc:spChg chg="mod">
          <ac:chgData name="Deepika G" userId="f0622effdcc7320d" providerId="LiveId" clId="{2D60E1EE-DB18-467A-8DFC-75902AB4C7BA}" dt="2026-03-25T03:40:33.029" v="3179" actId="113"/>
          <ac:spMkLst>
            <pc:docMk/>
            <pc:sldMk cId="1457789979" sldId="289"/>
            <ac:spMk id="3" creationId="{4E529A93-68BE-808F-9711-585188797C8B}"/>
          </ac:spMkLst>
        </pc:spChg>
        <pc:picChg chg="add mod">
          <ac:chgData name="Deepika G" userId="f0622effdcc7320d" providerId="LiveId" clId="{2D60E1EE-DB18-467A-8DFC-75902AB4C7BA}" dt="2026-03-18T06:38:49.265" v="1827" actId="14100"/>
          <ac:picMkLst>
            <pc:docMk/>
            <pc:sldMk cId="1457789979" sldId="289"/>
            <ac:picMk id="5" creationId="{9E2F1E7C-A6B6-DFE7-7899-1F87D4E892D3}"/>
          </ac:picMkLst>
        </pc:picChg>
        <pc:picChg chg="add mod">
          <ac:chgData name="Deepika G" userId="f0622effdcc7320d" providerId="LiveId" clId="{2D60E1EE-DB18-467A-8DFC-75902AB4C7BA}" dt="2026-03-18T06:39:14.570" v="1831" actId="1076"/>
          <ac:picMkLst>
            <pc:docMk/>
            <pc:sldMk cId="1457789979" sldId="289"/>
            <ac:picMk id="6" creationId="{8B276D92-8224-5BC1-C253-FABA0775F715}"/>
          </ac:picMkLst>
        </pc:picChg>
      </pc:sldChg>
      <pc:sldChg chg="addSp delSp modSp new mod">
        <pc:chgData name="Deepika G" userId="f0622effdcc7320d" providerId="LiveId" clId="{2D60E1EE-DB18-467A-8DFC-75902AB4C7BA}" dt="2026-03-25T04:13:06.650" v="3472" actId="113"/>
        <pc:sldMkLst>
          <pc:docMk/>
          <pc:sldMk cId="3905026369" sldId="290"/>
        </pc:sldMkLst>
        <pc:spChg chg="add mod">
          <ac:chgData name="Deepika G" userId="f0622effdcc7320d" providerId="LiveId" clId="{2D60E1EE-DB18-467A-8DFC-75902AB4C7BA}" dt="2026-03-25T04:13:06.650" v="3472" actId="113"/>
          <ac:spMkLst>
            <pc:docMk/>
            <pc:sldMk cId="3905026369" sldId="290"/>
            <ac:spMk id="7" creationId="{E1C0D327-B4C0-57FE-A445-0D6CCD1CBEC7}"/>
          </ac:spMkLst>
        </pc:spChg>
        <pc:spChg chg="add mod">
          <ac:chgData name="Deepika G" userId="f0622effdcc7320d" providerId="LiveId" clId="{2D60E1EE-DB18-467A-8DFC-75902AB4C7BA}" dt="2026-03-25T04:09:57.013" v="3445" actId="1076"/>
          <ac:spMkLst>
            <pc:docMk/>
            <pc:sldMk cId="3905026369" sldId="290"/>
            <ac:spMk id="10" creationId="{0B11919A-6D5E-5DC9-E7DB-CB3DEBE20EC5}"/>
          </ac:spMkLst>
        </pc:spChg>
        <pc:picChg chg="add mod">
          <ac:chgData name="Deepika G" userId="f0622effdcc7320d" providerId="LiveId" clId="{2D60E1EE-DB18-467A-8DFC-75902AB4C7BA}" dt="2026-03-25T04:05:33.454" v="3375"/>
          <ac:picMkLst>
            <pc:docMk/>
            <pc:sldMk cId="3905026369" sldId="290"/>
            <ac:picMk id="2" creationId="{EAF5074D-E2DA-9FA9-3745-D30608C1C278}"/>
          </ac:picMkLst>
        </pc:picChg>
        <pc:picChg chg="add mod">
          <ac:chgData name="Deepika G" userId="f0622effdcc7320d" providerId="LiveId" clId="{2D60E1EE-DB18-467A-8DFC-75902AB4C7BA}" dt="2026-03-25T04:05:39.343" v="3376"/>
          <ac:picMkLst>
            <pc:docMk/>
            <pc:sldMk cId="3905026369" sldId="290"/>
            <ac:picMk id="3" creationId="{DCCD7CBC-E210-ACA8-9F54-3E8937ADCEF9}"/>
          </ac:picMkLst>
        </pc:picChg>
        <pc:picChg chg="add mod modCrop">
          <ac:chgData name="Deepika G" userId="f0622effdcc7320d" providerId="LiveId" clId="{2D60E1EE-DB18-467A-8DFC-75902AB4C7BA}" dt="2026-03-25T04:10:04.569" v="3446" actId="1076"/>
          <ac:picMkLst>
            <pc:docMk/>
            <pc:sldMk cId="3905026369" sldId="290"/>
            <ac:picMk id="5" creationId="{CB4E71DE-5BAA-387D-77A8-CF64560A8FD7}"/>
          </ac:picMkLst>
        </pc:picChg>
        <pc:picChg chg="add mod modCrop">
          <ac:chgData name="Deepika G" userId="f0622effdcc7320d" providerId="LiveId" clId="{2D60E1EE-DB18-467A-8DFC-75902AB4C7BA}" dt="2026-03-25T04:10:08.295" v="3447" actId="1076"/>
          <ac:picMkLst>
            <pc:docMk/>
            <pc:sldMk cId="3905026369" sldId="290"/>
            <ac:picMk id="9" creationId="{C66A3ABC-6349-A344-E1EE-19A39FA42C37}"/>
          </ac:picMkLst>
        </pc:picChg>
        <pc:picChg chg="add del mod">
          <ac:chgData name="Deepika G" userId="f0622effdcc7320d" providerId="LiveId" clId="{2D60E1EE-DB18-467A-8DFC-75902AB4C7BA}" dt="2026-03-25T04:04:43.316" v="3369" actId="478"/>
          <ac:picMkLst>
            <pc:docMk/>
            <pc:sldMk cId="3905026369" sldId="290"/>
            <ac:picMk id="15" creationId="{600784C0-28AD-AAE4-24E1-F406A4B17F85}"/>
          </ac:picMkLst>
        </pc:picChg>
      </pc:sldChg>
      <pc:sldChg chg="addSp delSp modSp new mod">
        <pc:chgData name="Deepika G" userId="f0622effdcc7320d" providerId="LiveId" clId="{2D60E1EE-DB18-467A-8DFC-75902AB4C7BA}" dt="2026-03-25T04:30:25.061" v="3572" actId="1076"/>
        <pc:sldMkLst>
          <pc:docMk/>
          <pc:sldMk cId="2734408617" sldId="291"/>
        </pc:sldMkLst>
        <pc:spChg chg="add mod">
          <ac:chgData name="Deepika G" userId="f0622effdcc7320d" providerId="LiveId" clId="{2D60E1EE-DB18-467A-8DFC-75902AB4C7BA}" dt="2026-03-25T04:18:27.350" v="3516" actId="1076"/>
          <ac:spMkLst>
            <pc:docMk/>
            <pc:sldMk cId="2734408617" sldId="291"/>
            <ac:spMk id="6" creationId="{94B31C77-B4C5-E24A-72CB-ACC301FAE395}"/>
          </ac:spMkLst>
        </pc:spChg>
        <pc:spChg chg="add mod">
          <ac:chgData name="Deepika G" userId="f0622effdcc7320d" providerId="LiveId" clId="{2D60E1EE-DB18-467A-8DFC-75902AB4C7BA}" dt="2026-03-25T04:29:15.553" v="3569" actId="113"/>
          <ac:spMkLst>
            <pc:docMk/>
            <pc:sldMk cId="2734408617" sldId="291"/>
            <ac:spMk id="8" creationId="{70E8C731-ACFE-480D-FCEC-34292C2402C2}"/>
          </ac:spMkLst>
        </pc:spChg>
        <pc:picChg chg="add mod">
          <ac:chgData name="Deepika G" userId="f0622effdcc7320d" providerId="LiveId" clId="{2D60E1EE-DB18-467A-8DFC-75902AB4C7BA}" dt="2026-03-25T04:17:05.658" v="3474"/>
          <ac:picMkLst>
            <pc:docMk/>
            <pc:sldMk cId="2734408617" sldId="291"/>
            <ac:picMk id="2" creationId="{88ADAB75-B1EB-96DC-D0F3-96086A6AD7A7}"/>
          </ac:picMkLst>
        </pc:picChg>
        <pc:picChg chg="add mod">
          <ac:chgData name="Deepika G" userId="f0622effdcc7320d" providerId="LiveId" clId="{2D60E1EE-DB18-467A-8DFC-75902AB4C7BA}" dt="2026-03-25T04:17:12.120" v="3475"/>
          <ac:picMkLst>
            <pc:docMk/>
            <pc:sldMk cId="2734408617" sldId="291"/>
            <ac:picMk id="3" creationId="{799B4C96-523C-FC50-0D99-B06C06162CBB}"/>
          </ac:picMkLst>
        </pc:picChg>
        <pc:picChg chg="add del mod">
          <ac:chgData name="Deepika G" userId="f0622effdcc7320d" providerId="LiveId" clId="{2D60E1EE-DB18-467A-8DFC-75902AB4C7BA}" dt="2026-03-25T04:17:21.678" v="3477" actId="478"/>
          <ac:picMkLst>
            <pc:docMk/>
            <pc:sldMk cId="2734408617" sldId="291"/>
            <ac:picMk id="4" creationId="{FFC371D6-164C-2D5C-8DBE-F2B573E50B37}"/>
          </ac:picMkLst>
        </pc:picChg>
        <pc:picChg chg="add del mod">
          <ac:chgData name="Deepika G" userId="f0622effdcc7320d" providerId="LiveId" clId="{2D60E1EE-DB18-467A-8DFC-75902AB4C7BA}" dt="2026-03-25T04:16:54.681" v="3473" actId="478"/>
          <ac:picMkLst>
            <pc:docMk/>
            <pc:sldMk cId="2734408617" sldId="291"/>
            <ac:picMk id="9" creationId="{AB735CF6-EFBA-D65D-28B3-BD171B052727}"/>
          </ac:picMkLst>
        </pc:picChg>
        <pc:picChg chg="add mod modCrop">
          <ac:chgData name="Deepika G" userId="f0622effdcc7320d" providerId="LiveId" clId="{2D60E1EE-DB18-467A-8DFC-75902AB4C7BA}" dt="2026-03-25T04:30:25.061" v="3572" actId="1076"/>
          <ac:picMkLst>
            <pc:docMk/>
            <pc:sldMk cId="2734408617" sldId="291"/>
            <ac:picMk id="11" creationId="{7292331A-7547-997D-70B3-7E27D587194A}"/>
          </ac:picMkLst>
        </pc:picChg>
        <pc:picChg chg="add mod modCrop">
          <ac:chgData name="Deepika G" userId="f0622effdcc7320d" providerId="LiveId" clId="{2D60E1EE-DB18-467A-8DFC-75902AB4C7BA}" dt="2026-03-25T04:30:21.579" v="3571" actId="1076"/>
          <ac:picMkLst>
            <pc:docMk/>
            <pc:sldMk cId="2734408617" sldId="291"/>
            <ac:picMk id="13" creationId="{0FC12208-E5B6-1951-E242-59DA6AF03990}"/>
          </ac:picMkLst>
        </pc:picChg>
      </pc:sldChg>
      <pc:sldChg chg="addSp delSp modSp new mod ord">
        <pc:chgData name="Deepika G" userId="f0622effdcc7320d" providerId="LiveId" clId="{2D60E1EE-DB18-467A-8DFC-75902AB4C7BA}" dt="2026-03-18T07:46:26.566" v="2403" actId="1076"/>
        <pc:sldMkLst>
          <pc:docMk/>
          <pc:sldMk cId="1332471137" sldId="292"/>
        </pc:sldMkLst>
        <pc:spChg chg="mod">
          <ac:chgData name="Deepika G" userId="f0622effdcc7320d" providerId="LiveId" clId="{2D60E1EE-DB18-467A-8DFC-75902AB4C7BA}" dt="2026-03-18T07:26:38.225" v="2087" actId="1076"/>
          <ac:spMkLst>
            <pc:docMk/>
            <pc:sldMk cId="1332471137" sldId="292"/>
            <ac:spMk id="2" creationId="{2DA0419F-8CCE-9406-3F68-F4F2F9CF721A}"/>
          </ac:spMkLst>
        </pc:spChg>
        <pc:spChg chg="mod">
          <ac:chgData name="Deepika G" userId="f0622effdcc7320d" providerId="LiveId" clId="{2D60E1EE-DB18-467A-8DFC-75902AB4C7BA}" dt="2026-03-18T07:46:26.566" v="2403" actId="1076"/>
          <ac:spMkLst>
            <pc:docMk/>
            <pc:sldMk cId="1332471137" sldId="292"/>
            <ac:spMk id="3" creationId="{5FD26FD5-1A1C-68C6-5489-BCF830EC2B45}"/>
          </ac:spMkLst>
        </pc:spChg>
        <pc:picChg chg="add mod">
          <ac:chgData name="Deepika G" userId="f0622effdcc7320d" providerId="LiveId" clId="{2D60E1EE-DB18-467A-8DFC-75902AB4C7BA}" dt="2026-03-18T07:26:47.323" v="2089" actId="1076"/>
          <ac:picMkLst>
            <pc:docMk/>
            <pc:sldMk cId="1332471137" sldId="292"/>
            <ac:picMk id="4" creationId="{D1B0AFC9-8FAF-C08A-F6A3-25B92EF1F31A}"/>
          </ac:picMkLst>
        </pc:picChg>
        <pc:picChg chg="add del mod">
          <ac:chgData name="Deepika G" userId="f0622effdcc7320d" providerId="LiveId" clId="{2D60E1EE-DB18-467A-8DFC-75902AB4C7BA}" dt="2026-03-18T07:45:38.978" v="2399" actId="21"/>
          <ac:picMkLst>
            <pc:docMk/>
            <pc:sldMk cId="1332471137" sldId="292"/>
            <ac:picMk id="5" creationId="{57FBF0BB-A690-7534-73A3-E8B374C13F02}"/>
          </ac:picMkLst>
        </pc:picChg>
        <pc:picChg chg="add mod">
          <ac:chgData name="Deepika G" userId="f0622effdcc7320d" providerId="LiveId" clId="{2D60E1EE-DB18-467A-8DFC-75902AB4C7BA}" dt="2026-03-18T07:45:32.863" v="2397"/>
          <ac:picMkLst>
            <pc:docMk/>
            <pc:sldMk cId="1332471137" sldId="292"/>
            <ac:picMk id="6" creationId="{8CFAC291-D1E3-4901-F4AA-190F54197A36}"/>
          </ac:picMkLst>
        </pc:picChg>
      </pc:sldChg>
      <pc:sldChg chg="addSp delSp modSp new mod">
        <pc:chgData name="Deepika G" userId="f0622effdcc7320d" providerId="LiveId" clId="{2D60E1EE-DB18-467A-8DFC-75902AB4C7BA}" dt="2026-03-18T07:45:43.987" v="2400"/>
        <pc:sldMkLst>
          <pc:docMk/>
          <pc:sldMk cId="2798631406" sldId="293"/>
        </pc:sldMkLst>
        <pc:spChg chg="mod">
          <ac:chgData name="Deepika G" userId="f0622effdcc7320d" providerId="LiveId" clId="{2D60E1EE-DB18-467A-8DFC-75902AB4C7BA}" dt="2026-03-18T07:45:23.397" v="2395" actId="1076"/>
          <ac:spMkLst>
            <pc:docMk/>
            <pc:sldMk cId="2798631406" sldId="293"/>
            <ac:spMk id="3" creationId="{3254636C-202D-DFFD-7B14-CC011D5773B1}"/>
          </ac:spMkLst>
        </pc:spChg>
        <pc:picChg chg="add mod">
          <ac:chgData name="Deepika G" userId="f0622effdcc7320d" providerId="LiveId" clId="{2D60E1EE-DB18-467A-8DFC-75902AB4C7BA}" dt="2026-03-18T07:45:29.069" v="2396"/>
          <ac:picMkLst>
            <pc:docMk/>
            <pc:sldMk cId="2798631406" sldId="293"/>
            <ac:picMk id="4" creationId="{C9983C0B-6671-2BBC-47AD-962D1B0E68DE}"/>
          </ac:picMkLst>
        </pc:picChg>
        <pc:picChg chg="add mod">
          <ac:chgData name="Deepika G" userId="f0622effdcc7320d" providerId="LiveId" clId="{2D60E1EE-DB18-467A-8DFC-75902AB4C7BA}" dt="2026-03-18T07:45:43.987" v="2400"/>
          <ac:picMkLst>
            <pc:docMk/>
            <pc:sldMk cId="2798631406" sldId="293"/>
            <ac:picMk id="5" creationId="{753CFDC2-5A0B-4ECB-4762-AE6D500E2F32}"/>
          </ac:picMkLst>
        </pc:picChg>
      </pc:sldChg>
      <pc:sldChg chg="addSp delSp modSp new mod">
        <pc:chgData name="Deepika G" userId="f0622effdcc7320d" providerId="LiveId" clId="{2D60E1EE-DB18-467A-8DFC-75902AB4C7BA}" dt="2026-03-25T03:55:13.428" v="3278" actId="1076"/>
        <pc:sldMkLst>
          <pc:docMk/>
          <pc:sldMk cId="1860255298" sldId="294"/>
        </pc:sldMkLst>
        <pc:spChg chg="add del mod">
          <ac:chgData name="Deepika G" userId="f0622effdcc7320d" providerId="LiveId" clId="{2D60E1EE-DB18-467A-8DFC-75902AB4C7BA}" dt="2026-03-25T03:43:14.344" v="3239" actId="1076"/>
          <ac:spMkLst>
            <pc:docMk/>
            <pc:sldMk cId="1860255298" sldId="294"/>
            <ac:spMk id="2" creationId="{E9CED299-60AB-5B72-9446-CB2EE93C5249}"/>
          </ac:spMkLst>
        </pc:spChg>
        <pc:spChg chg="add del mod">
          <ac:chgData name="Deepika G" userId="f0622effdcc7320d" providerId="LiveId" clId="{2D60E1EE-DB18-467A-8DFC-75902AB4C7BA}" dt="2026-03-25T03:55:13.428" v="3278" actId="1076"/>
          <ac:spMkLst>
            <pc:docMk/>
            <pc:sldMk cId="1860255298" sldId="294"/>
            <ac:spMk id="3" creationId="{534F1137-5D91-A72A-ECC9-0FB177B8D6D9}"/>
          </ac:spMkLst>
        </pc:spChg>
        <pc:picChg chg="add mod">
          <ac:chgData name="Deepika G" userId="f0622effdcc7320d" providerId="LiveId" clId="{2D60E1EE-DB18-467A-8DFC-75902AB4C7BA}" dt="2026-03-25T03:41:39.839" v="3221"/>
          <ac:picMkLst>
            <pc:docMk/>
            <pc:sldMk cId="1860255298" sldId="294"/>
            <ac:picMk id="4" creationId="{DDB1CBFD-A44C-BF6A-28F6-DD6B7D5E38AB}"/>
          </ac:picMkLst>
        </pc:picChg>
        <pc:picChg chg="add mod">
          <ac:chgData name="Deepika G" userId="f0622effdcc7320d" providerId="LiveId" clId="{2D60E1EE-DB18-467A-8DFC-75902AB4C7BA}" dt="2026-03-25T03:41:46.956" v="3222"/>
          <ac:picMkLst>
            <pc:docMk/>
            <pc:sldMk cId="1860255298" sldId="294"/>
            <ac:picMk id="5" creationId="{B434FD85-BAF5-4990-3E4B-8197BEDB6E7A}"/>
          </ac:picMkLst>
        </pc:picChg>
        <pc:picChg chg="add mod">
          <ac:chgData name="Deepika G" userId="f0622effdcc7320d" providerId="LiveId" clId="{2D60E1EE-DB18-467A-8DFC-75902AB4C7BA}" dt="2026-03-25T03:42:07.992" v="3228"/>
          <ac:picMkLst>
            <pc:docMk/>
            <pc:sldMk cId="1860255298" sldId="294"/>
            <ac:picMk id="6" creationId="{3119F3AB-3A85-0185-7FFA-9D60BCCE7E82}"/>
          </ac:picMkLst>
        </pc:picChg>
        <pc:picChg chg="add mod">
          <ac:chgData name="Deepika G" userId="f0622effdcc7320d" providerId="LiveId" clId="{2D60E1EE-DB18-467A-8DFC-75902AB4C7BA}" dt="2026-03-25T03:42:14.782" v="3229"/>
          <ac:picMkLst>
            <pc:docMk/>
            <pc:sldMk cId="1860255298" sldId="294"/>
            <ac:picMk id="7" creationId="{29F73EA0-78A7-01C3-26A4-78E512B56C2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785a21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7785a21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7785a211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7785a211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7785a211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7785a211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7785a211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7785a211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77bd82050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77bd82050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7785a2111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7785a2111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7785a2111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7785a2111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7785a211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7785a211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785a211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7785a211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785a211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7785a211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7785a211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7785a211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7785a211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7785a211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7785a2111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7785a2111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7785a2111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7785a2111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7785a211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7785a211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7785a211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7785a211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7785a2111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7785a2111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7785a2111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7785a2111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7785a2111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7785a2111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e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087900" y="0"/>
            <a:ext cx="7561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  <a:latin typeface="Angsana New"/>
                <a:ea typeface="Angsana New"/>
                <a:cs typeface="Angsana New"/>
                <a:sym typeface="Angsana New"/>
              </a:rPr>
              <a:t>KGiSL INSTITUTE OF TECHNOLOGY</a:t>
            </a:r>
            <a:endParaRPr sz="2500" b="1">
              <a:solidFill>
                <a:schemeClr val="dk1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046630" y="40704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  <a:latin typeface="Angsana New"/>
                <a:ea typeface="Angsana New"/>
                <a:cs typeface="Angsana New"/>
                <a:sym typeface="Angsana New"/>
              </a:rPr>
              <a:t>COIMBATORE</a:t>
            </a:r>
            <a:endParaRPr sz="2500" b="1">
              <a:solidFill>
                <a:schemeClr val="dk1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14667" y="924308"/>
            <a:ext cx="84639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rgbClr val="203864"/>
                </a:solidFill>
                <a:latin typeface="Algerian"/>
                <a:ea typeface="Algerian"/>
                <a:cs typeface="Algerian"/>
                <a:sym typeface="Algerian"/>
              </a:rPr>
              <a:t>DEPARTMENT OF computer science &amp; engineering</a:t>
            </a:r>
            <a:endParaRPr sz="2300" b="1" dirty="0">
              <a:solidFill>
                <a:srgbClr val="203864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rgbClr val="203864"/>
                </a:solidFill>
                <a:latin typeface="Algerian"/>
                <a:ea typeface="Algerian"/>
                <a:cs typeface="Algerian"/>
                <a:sym typeface="Algerian"/>
              </a:rPr>
              <a:t>FINAL Project review </a:t>
            </a:r>
            <a:endParaRPr sz="2300" b="1" dirty="0">
              <a:solidFill>
                <a:srgbClr val="203864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5433" y="1725763"/>
            <a:ext cx="8622900" cy="998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- BASED SMART STREET LIGHT SYSTEM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ESP32</a:t>
            </a:r>
            <a:endParaRPr sz="2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39599" y="2359839"/>
            <a:ext cx="6728317" cy="1901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  <a:latin typeface="Angsana New"/>
              <a:ea typeface="Angsana New"/>
              <a:cs typeface="Angsana New"/>
              <a:sym typeface="Angsana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  <a:latin typeface="Angsana New"/>
                <a:ea typeface="Angsana New"/>
                <a:cs typeface="Angsana New"/>
                <a:sym typeface="Angsana New"/>
              </a:rPr>
              <a:t>  </a:t>
            </a:r>
            <a:r>
              <a:rPr lang="en" sz="2000" b="1" dirty="0">
                <a:solidFill>
                  <a:schemeClr val="dk1"/>
                </a:solidFill>
                <a:latin typeface="Angsana New"/>
                <a:ea typeface="Angsana New"/>
                <a:cs typeface="Angsana New"/>
                <a:sym typeface="Angsana New"/>
              </a:rPr>
              <a:t>711722104022                         	DEEPAN A</a:t>
            </a:r>
            <a:endParaRPr sz="2000" b="1" dirty="0">
              <a:solidFill>
                <a:schemeClr val="dk1"/>
              </a:solidFill>
              <a:latin typeface="Angsana New"/>
              <a:ea typeface="Angsana New"/>
              <a:cs typeface="Angsana New"/>
              <a:sym typeface="Angsana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ngsana New"/>
                <a:ea typeface="Angsana New"/>
                <a:cs typeface="Angsana New"/>
                <a:sym typeface="Angsana New"/>
              </a:rPr>
              <a:t>  711722104023                         	DEEPIKA G</a:t>
            </a:r>
            <a:endParaRPr sz="2000" b="1" dirty="0">
              <a:solidFill>
                <a:schemeClr val="dk1"/>
              </a:solidFill>
              <a:latin typeface="Angsana New"/>
              <a:ea typeface="Angsana New"/>
              <a:cs typeface="Angsana New"/>
              <a:sym typeface="Angsana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ngsana New"/>
                <a:ea typeface="Angsana New"/>
                <a:cs typeface="Angsana New"/>
                <a:sym typeface="Angsana New"/>
              </a:rPr>
              <a:t>  711722104030                         	DINESHKUMAR M </a:t>
            </a:r>
            <a:endParaRPr sz="2000" b="1" dirty="0">
              <a:solidFill>
                <a:schemeClr val="dk1"/>
              </a:solidFill>
              <a:latin typeface="Angsana New"/>
              <a:ea typeface="Angsana New"/>
              <a:cs typeface="Angsana New"/>
              <a:sym typeface="Angsana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ngsana New"/>
                <a:ea typeface="Angsana New"/>
                <a:cs typeface="Angsana New"/>
                <a:sym typeface="Angsana New"/>
              </a:rPr>
              <a:t>  711722104050                         	JEEVIKA M P</a:t>
            </a:r>
            <a:endParaRPr sz="2000" b="1" dirty="0">
              <a:solidFill>
                <a:schemeClr val="dk1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14667" y="4116008"/>
            <a:ext cx="81906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chemeClr val="dk1"/>
                </a:solidFill>
                <a:latin typeface="Angsana New"/>
                <a:ea typeface="Angsana New"/>
                <a:cs typeface="Angsana New"/>
                <a:sym typeface="Angsana New"/>
              </a:rPr>
              <a:t>                      </a:t>
            </a:r>
            <a:r>
              <a:rPr lang="en" sz="1800" b="1" dirty="0">
                <a:solidFill>
                  <a:schemeClr val="dk1"/>
                </a:solidFill>
                <a:latin typeface="Angsana New"/>
                <a:ea typeface="Angsana New"/>
                <a:cs typeface="Angsana New"/>
                <a:sym typeface="Angsana New"/>
              </a:rPr>
              <a:t>Under the guidance of :</a:t>
            </a:r>
            <a:endParaRPr sz="1800" b="1" dirty="0">
              <a:solidFill>
                <a:schemeClr val="dk1"/>
              </a:solidFill>
              <a:latin typeface="Angsana New"/>
              <a:ea typeface="Angsana New"/>
              <a:cs typeface="Angsana New"/>
              <a:sym typeface="Angsana New"/>
            </a:endParaRPr>
          </a:p>
          <a:p>
            <a:pPr marL="18288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Angsana New"/>
                <a:ea typeface="Angsana New"/>
                <a:cs typeface="Angsana New"/>
                <a:sym typeface="Angsana New"/>
              </a:rPr>
              <a:t>           Ms. GEETHA V , Assistant Professor CSE.</a:t>
            </a:r>
            <a:endParaRPr sz="1800" b="1" dirty="0">
              <a:solidFill>
                <a:schemeClr val="dk1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C5BA1C-E7D8-5025-800E-3D35C87E8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100" y="1"/>
            <a:ext cx="1087900" cy="831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739764" y="128470"/>
            <a:ext cx="365398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22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533467" y="1003609"/>
            <a:ext cx="8066583" cy="36352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Street lighting is widely used for ensuring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visibility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both urban and rural areas during nighttime.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traditional systems rely on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control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timing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often leads to lights staying ON even during the daytime, causing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wastage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mainly focus on providing lighting but ignore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less efficient.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are also vulnerable to issues like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 delay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as problems are identified only through manual inspection.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Studies show that inefficient street lighting systems lead to increased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 costs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reduced overall system performance.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these issues, the proposed system introduces an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IoT-based smart street lighting solution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ESP32, which enables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control, fault detection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better efficiency and reliability.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8291FB-7C3F-41E3-C14A-FD5C2F484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100" y="-13261"/>
            <a:ext cx="1087900" cy="831350"/>
          </a:xfrm>
          <a:prstGeom prst="rect">
            <a:avLst/>
          </a:prstGeom>
        </p:spPr>
      </p:pic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A5D1BC85-41D0-9F74-0EDC-A7A7009F125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551"/>
            <a:ext cx="1601575" cy="806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437865" y="154137"/>
            <a:ext cx="46394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OBJECTIVE OF THE PROJECT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93475" y="1339789"/>
            <a:ext cx="8252437" cy="2786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 IoT-based smart street lighting system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automatically controls lights using sensor data.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ESP32 microcontroller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processing data, controlling sensors, and enabling wireless communication.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LDR sensor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automatic day–night detection, ensuring lights turn ON at night and OFF during the day.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solar energy with battery storage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sustainable and energy-efficient power supply.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street light faults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 current sensor and enable real-time monitoring through the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cloud platform.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energy efficiency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reduce electricity costs, and support smart and sustainable city infrastructure.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556AF8-21CF-DB33-AF7D-B63AA7A60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100" y="7435"/>
            <a:ext cx="1087900" cy="831350"/>
          </a:xfrm>
          <a:prstGeom prst="rect">
            <a:avLst/>
          </a:prstGeom>
        </p:spPr>
      </p:pic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68599041-11A1-594B-F8D8-C078828AE2D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2981628" y="196423"/>
            <a:ext cx="31807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8" name="Google Shape;78;p16"/>
          <p:cNvGraphicFramePr/>
          <p:nvPr>
            <p:extLst>
              <p:ext uri="{D42A27DB-BD31-4B8C-83A1-F6EECF244321}">
                <p14:modId xmlns:p14="http://schemas.microsoft.com/office/powerpoint/2010/main" val="1011047686"/>
              </p:ext>
            </p:extLst>
          </p:nvPr>
        </p:nvGraphicFramePr>
        <p:xfrm>
          <a:off x="268700" y="1033345"/>
          <a:ext cx="8606600" cy="3627382"/>
        </p:xfrm>
        <a:graphic>
          <a:graphicData uri="http://schemas.openxmlformats.org/drawingml/2006/table">
            <a:tbl>
              <a:tblPr firstRow="1">
                <a:tableStyleId>{D0B0749D-C975-40D9-BB93-3238822B7A18}</a:tableStyleId>
              </a:tblPr>
              <a:tblGrid>
                <a:gridCol w="86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9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310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S.no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Title of the Paper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Problem Statement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Given / Proposed Solution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Limitations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1902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1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IoT-Enabled Solar-Based Smart Street Lighting System (2025)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Lights remain ON unnecessarily, causing energy waste.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LDR and IR sensors used for automatic ON/OFF and motion detection.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Sensor performance may vary with environment.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637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2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Smart Street Light System with LDR and IR Sensors (2025)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High energy consumption due to static lighting systems.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Traffic-based adaptive lighting to adjust brightness based on vehicle movement.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Requires complex sensors and high implementation cost.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6736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3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IoT Enabled Intelligent Street Lighting System (2024)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Lack of smart control in traditional street lighting.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IoT-based intelligent system for automated lighting.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Requires strong network and higher cost.</a:t>
                      </a:r>
                      <a:endParaRPr sz="11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EE2CE20E-C69B-4A20-1046-4EF1E7472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100" y="1"/>
            <a:ext cx="1087900" cy="794283"/>
          </a:xfrm>
          <a:prstGeom prst="rect">
            <a:avLst/>
          </a:prstGeom>
        </p:spPr>
      </p:pic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388B217F-A823-398D-B9BA-81B961A3DB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3;p17"/>
          <p:cNvGraphicFramePr/>
          <p:nvPr>
            <p:extLst>
              <p:ext uri="{D42A27DB-BD31-4B8C-83A1-F6EECF244321}">
                <p14:modId xmlns:p14="http://schemas.microsoft.com/office/powerpoint/2010/main" val="3923857785"/>
              </p:ext>
            </p:extLst>
          </p:nvPr>
        </p:nvGraphicFramePr>
        <p:xfrm>
          <a:off x="138888" y="122510"/>
          <a:ext cx="8794250" cy="4886686"/>
        </p:xfrm>
        <a:graphic>
          <a:graphicData uri="http://schemas.openxmlformats.org/drawingml/2006/table">
            <a:tbl>
              <a:tblPr>
                <a:tableStyleId>{D0B0749D-C975-40D9-BB93-3238822B7A18}</a:tableStyleId>
              </a:tblPr>
              <a:tblGrid>
                <a:gridCol w="74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731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</a:t>
                      </a:r>
                      <a:r>
                        <a:rPr lang="e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.</a:t>
                      </a: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N</a:t>
                      </a:r>
                      <a:r>
                        <a:rPr lang="e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o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Title of the Paper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Problem Statement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Given / Proposed </a:t>
                      </a:r>
                      <a:r>
                        <a:rPr lang="en" sz="1300" b="1" dirty="0">
                          <a:solidFill>
                            <a:srgbClr val="FFFFFF"/>
                          </a:solidFill>
                          <a:sym typeface="Times New Roman"/>
                        </a:rPr>
                        <a:t>Solution</a:t>
                      </a:r>
                      <a:endParaRPr sz="1300" b="1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Limitations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584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4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Enhanced Streetlight Management Using IoT and ESP32 (2024)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Delay in detecting faults manually.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ESP32-based IoT system for automatic fault detection.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Network dependency and scalability issues.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584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5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Centralized Monitoring System for Fault Detection (2024)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Difficulty in identifying and locating faults.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Centralized monitoring with location tracking.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High infrastructure cost.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584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6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IoT-Based Smart Street Light System (2023)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High power consumption and lack of automation.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IoT system for automatic control and energy saving.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Limited real-time fault detection.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6096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7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Smart Street Light with Automatic Brightness Adjustment (2021)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Fixed brightness wastes energy.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Automatic brightness control using IoT platform.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Needs continuous internet access.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8"/>
          <p:cNvGraphicFramePr/>
          <p:nvPr>
            <p:extLst>
              <p:ext uri="{D42A27DB-BD31-4B8C-83A1-F6EECF244321}">
                <p14:modId xmlns:p14="http://schemas.microsoft.com/office/powerpoint/2010/main" val="3975455793"/>
              </p:ext>
            </p:extLst>
          </p:nvPr>
        </p:nvGraphicFramePr>
        <p:xfrm>
          <a:off x="183925" y="165763"/>
          <a:ext cx="8781950" cy="4600941"/>
        </p:xfrm>
        <a:graphic>
          <a:graphicData uri="http://schemas.openxmlformats.org/drawingml/2006/table">
            <a:tbl>
              <a:tblPr>
                <a:tableStyleId>{D0B0749D-C975-40D9-BB93-3238822B7A18}</a:tableStyleId>
              </a:tblPr>
              <a:tblGrid>
                <a:gridCol w="73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6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S.no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Title of the Paper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Problem Statement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Given / Proposed Solution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Limitations</a:t>
                      </a:r>
                      <a:endParaRPr sz="1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866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8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IoT Based Automatic Monitoring and Control System (2020)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Lack of proper monitoring and control.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IoT-based remote monitoring and automation.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Depends on IoT infrastructure.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64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9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IoT Based Smart Street Light Management System (2017)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Manual operation and inefficient management.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IoT-based system for better control and efficiency.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No advanced fault detection.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21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10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Energy-Efficient Intelligent Street Lighting System (2016)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High energy consumption in static systems.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Traffic-based adaptive lighting system.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Complex and costly implementation.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64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11</a:t>
                      </a:r>
                      <a:endParaRPr sz="100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Energy Efficiency of Lighting Installations (2015)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Inefficient energy usage in lighting systems.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Software-based analysis to improve efficiency.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Roboto"/>
                        </a:rPr>
                        <a:t>No real-time implementation.</a:t>
                      </a:r>
                      <a:endParaRPr sz="1000" dirty="0">
                        <a:solidFill>
                          <a:srgbClr val="434343"/>
                        </a:solidFill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  <a:sym typeface="Roboto"/>
                      </a:endParaRP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7CD17-C0E6-BA1A-A8CE-EB99E5493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845" y="103055"/>
            <a:ext cx="2873565" cy="572700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98785-B4DC-B482-618B-7D0F4E072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111" y="845264"/>
            <a:ext cx="8682128" cy="2187869"/>
          </a:xfrm>
        </p:spPr>
        <p:txBody>
          <a:bodyPr>
            <a:noAutofit/>
          </a:bodyPr>
          <a:lstStyle/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street lighting systems still depend on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control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basic automation, which leads to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inefficient operation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wastage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research works focus on automation using sensors, but they lack advanced real-time monitoring and centralized control features.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 in existing systems is either limited or delayed, making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maintenance slow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effective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installation cost, scalability challenges, and environmental factors (like weather affecting sensors or solar systems) reduce the overall efficiency and practicality of existing solutions.</a:t>
            </a:r>
            <a:endParaRPr lang="en-IN"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789F3-7E97-E591-E41B-4303614BD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270" y="1"/>
            <a:ext cx="904729" cy="691375"/>
          </a:xfrm>
          <a:prstGeom prst="rect">
            <a:avLst/>
          </a:prstGeom>
        </p:spPr>
      </p:pic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F22FEC28-11FD-9A6F-D7C4-2FE7FCDEFDA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75"/>
            <a:ext cx="1601575" cy="7817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ED0F8A-69D3-6E4D-DA65-1398BEFE3333}"/>
              </a:ext>
            </a:extLst>
          </p:cNvPr>
          <p:cNvSpPr txBox="1"/>
          <p:nvPr/>
        </p:nvSpPr>
        <p:spPr>
          <a:xfrm>
            <a:off x="395735" y="662594"/>
            <a:ext cx="1372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8EB6FB-BB12-A844-2236-B8D50A34C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76" y="3033133"/>
            <a:ext cx="4880250" cy="19031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DCA870-51BD-3CDF-01B0-35C120E04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1291" y="2752768"/>
            <a:ext cx="3166094" cy="228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0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89340-ECDD-2297-49D0-A5E38A4CC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4903" y="95620"/>
            <a:ext cx="2974193" cy="572700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AED4A-5D27-AAE3-97B3-55E40EDB8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475" y="922015"/>
            <a:ext cx="8222700" cy="3620247"/>
          </a:xfrm>
        </p:spPr>
        <p:txBody>
          <a:bodyPr>
            <a:noAutofit/>
          </a:bodyPr>
          <a:lstStyle/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control with sensors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eliminating the need for manual operation 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unnecessary energy usage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intelligently turns street lights ON/OFF based on real-time light conditions, ensuring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power utilization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current sensor is used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continuously monitor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system, enabling quick 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fault detection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delay.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integrated with IoT and cloud platforms, allowing real-time monitoring and remote access from anywhere.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maintenance time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effort by instantly identifying faults, improving overall system reliability.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to existing systems, this solution is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efficient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providing better energy management and smarter street lighting control.</a:t>
            </a:r>
            <a:endParaRPr lang="en-IN" sz="1300"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A052B76C-1E2C-D6CD-1F61-5B1B09FDC61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75"/>
            <a:ext cx="1601575" cy="7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36A1CE-4388-CC5C-8FC4-B19B2124C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270" y="1"/>
            <a:ext cx="904729" cy="69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6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BF3C-188A-7F1E-B7BB-3DA0490C4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856" y="110487"/>
            <a:ext cx="3598394" cy="572700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4B023-20DB-1CF8-C489-167F6456C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753" y="1270866"/>
            <a:ext cx="4260300" cy="2765320"/>
          </a:xfrm>
        </p:spPr>
        <p:txBody>
          <a:bodyPr>
            <a:normAutofit fontScale="70000" lnSpcReduction="20000"/>
          </a:bodyPr>
          <a:lstStyle/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panel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 power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it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suitable for outdoor use.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 like LDR and current sensor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data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send it to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for processing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controls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street light based on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conditions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detects any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operation.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data, including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status and faults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is sent to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Wi-Fi for remote monitoring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/>
          </a:p>
        </p:txBody>
      </p:sp>
      <p:pic>
        <p:nvPicPr>
          <p:cNvPr id="8" name="Google Shape;56;p13">
            <a:extLst>
              <a:ext uri="{FF2B5EF4-FFF2-40B4-BE49-F238E27FC236}">
                <a16:creationId xmlns:a16="http://schemas.microsoft.com/office/drawing/2014/main" id="{8A6669EB-9DFC-C68E-EC78-93BFDD64E0D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75"/>
            <a:ext cx="1601575" cy="7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C2C3BF-5E2B-2257-2271-45F007447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270" y="1"/>
            <a:ext cx="904729" cy="691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7C7416-E8F2-AC52-C02E-B4A25FE86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654" y="1356267"/>
            <a:ext cx="3783980" cy="243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66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2854842" y="118676"/>
            <a:ext cx="385075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COMPONENTS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83FDD8-3FC8-0357-1235-108169F8C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270" y="1"/>
            <a:ext cx="904729" cy="691375"/>
          </a:xfrm>
          <a:prstGeom prst="rect">
            <a:avLst/>
          </a:prstGeom>
        </p:spPr>
      </p:pic>
      <p:pic>
        <p:nvPicPr>
          <p:cNvPr id="10" name="Google Shape;56;p13">
            <a:extLst>
              <a:ext uri="{FF2B5EF4-FFF2-40B4-BE49-F238E27FC236}">
                <a16:creationId xmlns:a16="http://schemas.microsoft.com/office/drawing/2014/main" id="{4A2549C2-E43C-8427-8D73-D1C4FF2D05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90;p33">
            <a:extLst>
              <a:ext uri="{FF2B5EF4-FFF2-40B4-BE49-F238E27FC236}">
                <a16:creationId xmlns:a16="http://schemas.microsoft.com/office/drawing/2014/main" id="{131EBFC1-C707-7E0F-ED16-93E0B2B3A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6801" y="1200106"/>
            <a:ext cx="4351843" cy="33597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as the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unit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control the system 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data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LDR sensor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used to detect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levels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identify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and night conditions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sensor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used to monitor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flow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detect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faults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street lights.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panel with battery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used to provide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renewable energy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power supply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 street light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basic components like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resistors and wires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used for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lighting and circuit connections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2E46D2-735A-A9AB-5364-859B4D288F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7" t="20000" r="3629" b="11480"/>
          <a:stretch>
            <a:fillRect/>
          </a:stretch>
        </p:blipFill>
        <p:spPr bwMode="auto">
          <a:xfrm>
            <a:off x="5018050" y="1115122"/>
            <a:ext cx="2176274" cy="1247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1C90DD-EA5F-267B-F512-04C2E5BB3D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847"/>
          <a:stretch>
            <a:fillRect/>
          </a:stretch>
        </p:blipFill>
        <p:spPr>
          <a:xfrm>
            <a:off x="7471316" y="923162"/>
            <a:ext cx="1189463" cy="12476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CFF88C9-8561-9475-80E4-07B991470B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768" y="2483005"/>
            <a:ext cx="1421411" cy="12865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F033D9-59A5-2BAD-1B00-C2A57B4E6F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2855" y="2402558"/>
            <a:ext cx="1028779" cy="15598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52762" y="1222409"/>
            <a:ext cx="4230029" cy="2939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IDE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C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used to write and upload the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controls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operations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libraries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in connecting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managing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functions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smoothly.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Wi-Fi communication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enables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311150" algn="just">
              <a:lnSpc>
                <a:spcPct val="150000"/>
              </a:lnSpc>
              <a:buSzPts val="1300"/>
              <a:buFont typeface="Times New Roman"/>
              <a:buChar char="➢"/>
            </a:pPr>
            <a:r>
              <a:rPr lang="en-US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used to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real-time system data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2734564" y="130242"/>
            <a:ext cx="35993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COMPONENT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D8DB6A-BC20-96DE-3A08-2C5CAC1CF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211" y="982027"/>
            <a:ext cx="4311804" cy="317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4DFE08-7081-870C-4F12-907FFD839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072" y="1"/>
            <a:ext cx="854927" cy="653317"/>
          </a:xfrm>
          <a:prstGeom prst="rect">
            <a:avLst/>
          </a:prstGeom>
        </p:spPr>
      </p:pic>
      <p:pic>
        <p:nvPicPr>
          <p:cNvPr id="6" name="Google Shape;56;p13">
            <a:extLst>
              <a:ext uri="{FF2B5EF4-FFF2-40B4-BE49-F238E27FC236}">
                <a16:creationId xmlns:a16="http://schemas.microsoft.com/office/drawing/2014/main" id="{A56575B3-8418-B58B-B3EE-1F134535166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26" y="49625"/>
            <a:ext cx="1410802" cy="653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2541943" y="91979"/>
            <a:ext cx="393319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IMPLEMENTATION DETAILS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393744" y="971865"/>
            <a:ext cx="5456930" cy="35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uses different modules to handle automatic lighting and monitoring.</a:t>
            </a:r>
          </a:p>
          <a:p>
            <a:pPr marL="228600" lvl="0" indent="-228600" algn="just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 Detection Module (LDR Sensor)</a:t>
            </a:r>
          </a:p>
          <a:p>
            <a:pPr marL="685800" lvl="1" indent="-228600" algn="just">
              <a:lnSpc>
                <a:spcPct val="15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ambient light intensity to determine day and night conditions.</a:t>
            </a:r>
          </a:p>
          <a:p>
            <a:pPr marL="228600" lvl="0" indent="-228600" algn="just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Supply &amp; Solar Energy Module</a:t>
            </a:r>
          </a:p>
          <a:p>
            <a:pPr marL="685800" lvl="1" indent="-228600" algn="just">
              <a:lnSpc>
                <a:spcPct val="15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renewable power using solar panels and battery storage.</a:t>
            </a:r>
          </a:p>
          <a:p>
            <a:pPr marL="228600" lvl="0" indent="-228600" algn="just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Street Light Control Module</a:t>
            </a:r>
          </a:p>
          <a:p>
            <a:pPr marL="628650" lvl="1" indent="-171450" algn="just">
              <a:lnSpc>
                <a:spcPct val="15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turns lights ON at night and OFF during daytime.</a:t>
            </a:r>
          </a:p>
          <a:p>
            <a:pPr marL="228600" lvl="0" indent="-228600" algn="just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Detection &amp; IoT Monitoring Module (Current Sensor + </a:t>
            </a:r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ThingSpeak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Cloud)</a:t>
            </a:r>
          </a:p>
          <a:p>
            <a:pPr marL="628650" lvl="1" indent="-171450" algn="just">
              <a:lnSpc>
                <a:spcPct val="15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automatically switches the lights ON during nighttime and turns them OFF during daytime based on surrounding light conditions.</a:t>
            </a:r>
          </a:p>
          <a:p>
            <a:pPr marL="0" lvl="0" indent="0" algn="just">
              <a:lnSpc>
                <a:spcPct val="150000"/>
              </a:lnSpc>
              <a:buSzPct val="100000"/>
              <a:buNone/>
            </a:pP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>
              <a:lnSpc>
                <a:spcPct val="150000"/>
              </a:lnSpc>
              <a:buSzPct val="100000"/>
              <a:buFont typeface="+mj-lt"/>
              <a:buAutoNum type="arabicPeriod"/>
            </a:pP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F9562F-B1FC-520C-6CAE-9653A6730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674" y="791600"/>
            <a:ext cx="3040832" cy="435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2E62F6-2D69-41BA-15FD-4A52FD406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205" y="1"/>
            <a:ext cx="869794" cy="664678"/>
          </a:xfrm>
          <a:prstGeom prst="rect">
            <a:avLst/>
          </a:prstGeom>
        </p:spPr>
      </p:pic>
      <p:pic>
        <p:nvPicPr>
          <p:cNvPr id="6" name="Google Shape;56;p13">
            <a:extLst>
              <a:ext uri="{FF2B5EF4-FFF2-40B4-BE49-F238E27FC236}">
                <a16:creationId xmlns:a16="http://schemas.microsoft.com/office/drawing/2014/main" id="{F8E49C82-B8F1-AB8B-96A4-C07C38252BC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240086" y="1033346"/>
            <a:ext cx="6046372" cy="34940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46050" lvl="0" indent="0" algn="just">
              <a:lnSpc>
                <a:spcPct val="150000"/>
              </a:lnSpc>
              <a:buClr>
                <a:schemeClr val="dk1"/>
              </a:buClr>
              <a:buSzPts val="1300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– 1 LIGHT DETECTION RESISTOR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automatically starts and uses an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 sensor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continuously monitor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surrounding light conditions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checks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 intensity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compares it with a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threshold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whether it is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or night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daytime (high light)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street lights remain OFF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at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night (low light),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lights turn ON automatically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process happens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continuously in real time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without any need for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control.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result, it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energy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reduces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effort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improves the overall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system.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060992" y="192359"/>
            <a:ext cx="3405373" cy="4237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/>
            </a:br>
            <a:endParaRPr sz="16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979F74-8240-EC75-768F-AD278C89D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072" y="535686"/>
            <a:ext cx="2474228" cy="40721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672FF8-772D-DC55-39E2-C284CE7E8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6554" y="1"/>
            <a:ext cx="807446" cy="617033"/>
          </a:xfrm>
          <a:prstGeom prst="rect">
            <a:avLst/>
          </a:prstGeom>
        </p:spPr>
      </p:pic>
      <p:pic>
        <p:nvPicPr>
          <p:cNvPr id="6" name="Google Shape;56;p13">
            <a:extLst>
              <a:ext uri="{FF2B5EF4-FFF2-40B4-BE49-F238E27FC236}">
                <a16:creationId xmlns:a16="http://schemas.microsoft.com/office/drawing/2014/main" id="{A6D31206-A19A-E936-2174-52485DB7AFF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311699" y="1161186"/>
            <a:ext cx="4095900" cy="3106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 panel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sunlight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during the day and converts it into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electrical energy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generated energy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safely controlled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stored in a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later use.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nighttime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stored energy is used to power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street light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ensures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lighting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without sunlight.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works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independently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supports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sustainable energy usage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2008070" y="201896"/>
            <a:ext cx="5456663" cy="4812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MODULE - 2 </a:t>
            </a:r>
            <a:r>
              <a:rPr lang="en-IN" sz="2200" dirty="0">
                <a:latin typeface="Times New Roman"/>
                <a:ea typeface="Times New Roman"/>
                <a:cs typeface="Times New Roman"/>
                <a:sym typeface="Times New Roman"/>
              </a:rPr>
              <a:t>SOLAR STREET LIGHT SYSTEM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18F82-B7BA-F73A-F911-F4F046F67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402" y="1073275"/>
            <a:ext cx="4297870" cy="27531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B95FEE-5AF9-D996-8E7F-38F7D8E90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010" y="1"/>
            <a:ext cx="897989" cy="686224"/>
          </a:xfrm>
          <a:prstGeom prst="rect">
            <a:avLst/>
          </a:prstGeom>
        </p:spPr>
      </p:pic>
      <p:pic>
        <p:nvPicPr>
          <p:cNvPr id="6" name="Google Shape;56;p13">
            <a:extLst>
              <a:ext uri="{FF2B5EF4-FFF2-40B4-BE49-F238E27FC236}">
                <a16:creationId xmlns:a16="http://schemas.microsoft.com/office/drawing/2014/main" id="{7ABE2532-EC7E-03BA-4929-65ED40C9251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25" y="49626"/>
            <a:ext cx="1455407" cy="6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176101" y="1378223"/>
            <a:ext cx="5919899" cy="28280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starts by checking whether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street light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turned ON and working.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sensor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continuously monitors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of electricity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time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measured current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compared with a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threshold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check if everything is normal.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current is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 indicates a possible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like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lamp failure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wiring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if normal, the system confirms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 functioning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helps in quickly detecting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reducing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inspection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improving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overall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reliability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2443901" y="145693"/>
            <a:ext cx="4256197" cy="5895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- 3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 </a:t>
            </a:r>
            <a:endParaRPr sz="22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7573F9-D183-FFB5-074E-4AAE0AF54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456" y="693659"/>
            <a:ext cx="2516845" cy="37638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981AC4-6ABD-7D17-31A2-0883B0609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810" y="1"/>
            <a:ext cx="825190" cy="630593"/>
          </a:xfrm>
          <a:prstGeom prst="rect">
            <a:avLst/>
          </a:prstGeom>
        </p:spPr>
      </p:pic>
      <p:pic>
        <p:nvPicPr>
          <p:cNvPr id="6" name="Google Shape;56;p13">
            <a:extLst>
              <a:ext uri="{FF2B5EF4-FFF2-40B4-BE49-F238E27FC236}">
                <a16:creationId xmlns:a16="http://schemas.microsoft.com/office/drawing/2014/main" id="{BA07CBA0-382B-888D-DBA6-80E3D5BC1EA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>
            <a:off x="326568" y="1144820"/>
            <a:ext cx="4869900" cy="37479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begins by connecting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to Wi-Fi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starts collecting data from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sensor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continuously monitors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checks for any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faults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predefined conditions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values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status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then prepared and sent to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platform (</a:t>
            </a: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ThingSpeak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is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stored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displayed as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allowing users to easily track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performance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monitoring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in quick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detection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access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better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control and analysis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1778636" y="145126"/>
            <a:ext cx="6344038" cy="686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- 4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TRANSMISSION USING ESP32 AND THINGSPEAK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424CD8-DE31-13E2-0812-872280844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468" y="1476222"/>
            <a:ext cx="3813420" cy="23886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CC569A-DC58-D5AB-4C29-180117F7E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010" y="1"/>
            <a:ext cx="897989" cy="686224"/>
          </a:xfrm>
          <a:prstGeom prst="rect">
            <a:avLst/>
          </a:prstGeom>
        </p:spPr>
      </p:pic>
      <p:pic>
        <p:nvPicPr>
          <p:cNvPr id="6" name="Google Shape;56;p13">
            <a:extLst>
              <a:ext uri="{FF2B5EF4-FFF2-40B4-BE49-F238E27FC236}">
                <a16:creationId xmlns:a16="http://schemas.microsoft.com/office/drawing/2014/main" id="{7A745735-74AB-EA4E-8384-71EFB094AC7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3267040" y="127652"/>
            <a:ext cx="2609920" cy="474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DIAGRAM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6C1BEA-9679-1BB9-9698-5A6C50493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034" y="869794"/>
            <a:ext cx="6385932" cy="38409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E3795B7-ADFF-10F3-62FE-136175B18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166" y="1"/>
            <a:ext cx="954833" cy="729663"/>
          </a:xfrm>
          <a:prstGeom prst="rect">
            <a:avLst/>
          </a:prstGeom>
        </p:spPr>
      </p:pic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6342514A-09B2-AE7F-886C-FF8A5DCDFE3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25" y="49625"/>
            <a:ext cx="1447973" cy="7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4564-1812-1474-BED2-F19C17CA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769" y="104512"/>
            <a:ext cx="3152612" cy="57270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ECHNOLOGY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29A93-68BE-808F-9711-585188797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6205" y="936327"/>
            <a:ext cx="7891589" cy="4126325"/>
          </a:xfrm>
        </p:spPr>
        <p:txBody>
          <a:bodyPr>
            <a:noAutofit/>
          </a:bodyPr>
          <a:lstStyle/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Microcontroller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used as the main controller to process sensor data, control system operations, and enable wireless communication through built-in Wi-Fi.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IDE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used to write, compile, and upload the program to the ESP32, making development and hardware interfacing easier.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C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is used to implement the system logic, including sensor data processing, decision-making, and automatic control of street lights.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ThingSpeak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Cloud Platform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used to store, analyze, and display real-time data through graphs for remote monitoring and system analysis.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Wi-Fi Communication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the ESP32 to send sensor data to the cloud, allowing users to monitor the system from anywhere.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Technologies (LDR &amp; Current Sensor)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used to detect light intensity for automatic switching and monitor current flow for fault detection.</a:t>
            </a:r>
            <a:endParaRPr lang="en-IN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F1E7C-A6B6-DFE7-7899-1F87D4E89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367" y="1"/>
            <a:ext cx="836632" cy="639336"/>
          </a:xfrm>
          <a:prstGeom prst="rect">
            <a:avLst/>
          </a:prstGeom>
        </p:spPr>
      </p:pic>
      <p:pic>
        <p:nvPicPr>
          <p:cNvPr id="6" name="Google Shape;56;p13">
            <a:extLst>
              <a:ext uri="{FF2B5EF4-FFF2-40B4-BE49-F238E27FC236}">
                <a16:creationId xmlns:a16="http://schemas.microsoft.com/office/drawing/2014/main" id="{8B276D92-8224-5BC1-C253-FABA0775F7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01575" cy="781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7789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D299-60AB-5B72-9446-CB2EE93C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542" y="174388"/>
            <a:ext cx="3709639" cy="572700"/>
          </a:xfrm>
        </p:spPr>
        <p:txBody>
          <a:bodyPr>
            <a:normAutofit/>
          </a:bodyPr>
          <a:lstStyle/>
          <a:p>
            <a:r>
              <a:rPr lang="e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CONFIGURATION</a:t>
            </a:r>
            <a:endParaRPr lang="en-IN" sz="2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F1137-5D91-A72A-ECC9-0FB177B8D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869" y="1107869"/>
            <a:ext cx="8018261" cy="3416400"/>
          </a:xfrm>
        </p:spPr>
        <p:txBody>
          <a:bodyPr>
            <a:normAutofit fontScale="77500" lnSpcReduction="20000"/>
          </a:bodyPr>
          <a:lstStyle/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Processor: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Core i3/i5 processor is recommended to support programming, simulation, and smooth execution of IoT applications.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(RAM):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minimum of 4 GB RAM is required to run Arduino IDE, browser, and cloud platforms without lag.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Storage: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least 100–250 GB storage is needed to store project files, code, and related datasets.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Components: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ESP32, LDR sensor, current sensor, solar panel, battery, LED lights, and basic electronic components are required for system implementation and testing.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Devices: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standard keyboard and mouse are used for coding, uploading programs, and interacting with the system.</a:t>
            </a:r>
          </a:p>
          <a:p>
            <a:pPr lvl="0" indent="-311150" algn="just">
              <a:lnSpc>
                <a:spcPct val="150000"/>
              </a:lnSpc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and Software: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works on Windows OS using Arduino IDE for programming and </a:t>
            </a:r>
            <a:r>
              <a:rPr lang="en-US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ThingSpeak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platform for real-time cloud monitoring and data visualization.</a:t>
            </a:r>
            <a:endParaRPr lang="en-IN" dirty="0"/>
          </a:p>
        </p:txBody>
      </p:sp>
      <p:pic>
        <p:nvPicPr>
          <p:cNvPr id="6" name="Google Shape;56;p13">
            <a:extLst>
              <a:ext uri="{FF2B5EF4-FFF2-40B4-BE49-F238E27FC236}">
                <a16:creationId xmlns:a16="http://schemas.microsoft.com/office/drawing/2014/main" id="{3119F3AB-3A85-0185-7FFA-9D60BCCE7E8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601575" cy="7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F73EA0-78A7-01C3-26A4-78E512B56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367" y="1"/>
            <a:ext cx="836632" cy="63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55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body" idx="1"/>
          </p:nvPr>
        </p:nvSpPr>
        <p:spPr>
          <a:xfrm>
            <a:off x="391145" y="822657"/>
            <a:ext cx="3936792" cy="4002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 panel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collects sunlight and powers the system, making it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energy-efficient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suitable for outdoor use.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acts as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brain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receiving data from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making decisions automatically.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input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system controls the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LED street light,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turning it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or OFF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needed.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Wi-Fi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ESP32 sends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data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cloud, allowing easy 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monitoring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control.</a:t>
            </a:r>
            <a:endParaRPr sz="1300" dirty="0"/>
          </a:p>
        </p:txBody>
      </p:sp>
      <p:sp>
        <p:nvSpPr>
          <p:cNvPr id="198" name="Google Shape;198;p34"/>
          <p:cNvSpPr txBox="1">
            <a:spLocks noGrp="1"/>
          </p:cNvSpPr>
          <p:nvPr>
            <p:ph type="title"/>
          </p:nvPr>
        </p:nvSpPr>
        <p:spPr>
          <a:xfrm>
            <a:off x="1433136" y="132615"/>
            <a:ext cx="690403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ANALYSIS – FAULT DETECTION OUTPUT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281653-599B-EC88-2D3D-0E8FB3D5F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652" y="1"/>
            <a:ext cx="883348" cy="675036"/>
          </a:xfrm>
          <a:prstGeom prst="rect">
            <a:avLst/>
          </a:prstGeom>
        </p:spPr>
      </p:pic>
      <p:pic>
        <p:nvPicPr>
          <p:cNvPr id="12" name="Google Shape;56;p13">
            <a:extLst>
              <a:ext uri="{FF2B5EF4-FFF2-40B4-BE49-F238E27FC236}">
                <a16:creationId xmlns:a16="http://schemas.microsoft.com/office/drawing/2014/main" id="{6E83AE32-6019-792F-D821-4B85DE94C3D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25" y="49625"/>
            <a:ext cx="1379411" cy="7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5585E0-530C-6F87-8A68-146359887B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63" t="5203" r="53984" b="1097"/>
          <a:stretch>
            <a:fillRect/>
          </a:stretch>
        </p:blipFill>
        <p:spPr>
          <a:xfrm>
            <a:off x="4816064" y="786753"/>
            <a:ext cx="3444588" cy="20556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247306-2188-15A2-C97E-9461AF32C4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520" t="6476" r="4427" b="3388"/>
          <a:stretch>
            <a:fillRect/>
          </a:stretch>
        </p:blipFill>
        <p:spPr>
          <a:xfrm>
            <a:off x="4816064" y="2923860"/>
            <a:ext cx="3521109" cy="20870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66A3ABC-6349-A344-E1EE-19A39FA42C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0" t="5755" r="53468" b="4597"/>
          <a:stretch>
            <a:fillRect/>
          </a:stretch>
        </p:blipFill>
        <p:spPr>
          <a:xfrm>
            <a:off x="5047787" y="794430"/>
            <a:ext cx="3538654" cy="2059257"/>
          </a:xfrm>
          <a:prstGeom prst="rect">
            <a:avLst/>
          </a:prstGeom>
        </p:spPr>
      </p:pic>
      <p:pic>
        <p:nvPicPr>
          <p:cNvPr id="2" name="Google Shape;56;p13">
            <a:extLst>
              <a:ext uri="{FF2B5EF4-FFF2-40B4-BE49-F238E27FC236}">
                <a16:creationId xmlns:a16="http://schemas.microsoft.com/office/drawing/2014/main" id="{EAF5074D-E2DA-9FA9-3745-D30608C1C27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25" y="49625"/>
            <a:ext cx="1379411" cy="7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CD7CBC-E210-ACA8-9F54-3E8937ADC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652" y="1"/>
            <a:ext cx="883348" cy="6750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4E71DE-5BAA-387D-77A8-CF64560A8F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195" t="6174" r="4553" b="4933"/>
          <a:stretch>
            <a:fillRect/>
          </a:stretch>
        </p:blipFill>
        <p:spPr>
          <a:xfrm>
            <a:off x="5047787" y="2883518"/>
            <a:ext cx="3538653" cy="22599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C0D327-B4C0-57FE-A445-0D6CCD1CBEC7}"/>
              </a:ext>
            </a:extLst>
          </p:cNvPr>
          <p:cNvSpPr txBox="1"/>
          <p:nvPr/>
        </p:nvSpPr>
        <p:spPr>
          <a:xfrm>
            <a:off x="475784" y="1021549"/>
            <a:ext cx="4363845" cy="3100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graphs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real-time current values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Lamp 1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Lamp 2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cloud monitoring.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current is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 indicates the street lights are working in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condition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sudden drop to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current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shows a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condition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like disconnection or lamp failure.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fault, the current returns to normal, proving the system can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and monitor faults effectively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1919A-6D5E-5DC9-E7DB-CB3DEBE20EC5}"/>
              </a:ext>
            </a:extLst>
          </p:cNvPr>
          <p:cNvSpPr txBox="1"/>
          <p:nvPr/>
        </p:nvSpPr>
        <p:spPr>
          <a:xfrm>
            <a:off x="1326000" y="86544"/>
            <a:ext cx="69525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ANALYSIS – </a:t>
            </a: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CURRENT MONITORING</a:t>
            </a: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OUTPUT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05026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6;p13">
            <a:extLst>
              <a:ext uri="{FF2B5EF4-FFF2-40B4-BE49-F238E27FC236}">
                <a16:creationId xmlns:a16="http://schemas.microsoft.com/office/drawing/2014/main" id="{88ADAB75-B1EB-96DC-D0F3-96086A6AD7A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725" y="49625"/>
            <a:ext cx="1379411" cy="7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9B4C96-523C-FC50-0D99-B06C06162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652" y="1"/>
            <a:ext cx="883348" cy="6750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B31C77-B4C5-E24A-72CB-ACC301FAE395}"/>
              </a:ext>
            </a:extLst>
          </p:cNvPr>
          <p:cNvSpPr txBox="1"/>
          <p:nvPr/>
        </p:nvSpPr>
        <p:spPr>
          <a:xfrm>
            <a:off x="1547992" y="240432"/>
            <a:ext cx="64639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ANALYSIS – LAMP STA</a:t>
            </a: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TUS</a:t>
            </a:r>
            <a:r>
              <a:rPr lang="e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OUTPUT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E8C731-ACFE-480D-FCEC-34292C2402C2}"/>
              </a:ext>
            </a:extLst>
          </p:cNvPr>
          <p:cNvSpPr txBox="1"/>
          <p:nvPr/>
        </p:nvSpPr>
        <p:spPr>
          <a:xfrm>
            <a:off x="472069" y="1222736"/>
            <a:ext cx="4493941" cy="3100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display shows the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of Lamp 1 and Lamp 2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real time using simple digital values.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indicates OFF condition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meaning the lamp is not glowing.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indicates ON condition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showing the lamp is working properly.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ct val="100000"/>
              <a:buChar char="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simple representation helps in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monitoring and quick understanding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lamp status.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92331A-7547-997D-70B3-7E27D58719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5" t="18790" r="50964" b="22530"/>
          <a:stretch>
            <a:fillRect/>
          </a:stretch>
        </p:blipFill>
        <p:spPr>
          <a:xfrm>
            <a:off x="5307978" y="709532"/>
            <a:ext cx="3164901" cy="21276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C12208-E5B6-1951-E242-59DA6AF039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867" t="18646" r="1051" b="22673"/>
          <a:stretch>
            <a:fillRect/>
          </a:stretch>
        </p:blipFill>
        <p:spPr>
          <a:xfrm>
            <a:off x="5278891" y="2837169"/>
            <a:ext cx="3223077" cy="223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08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2413091" y="148412"/>
            <a:ext cx="505822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Environmental Impact &amp; Sustainability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BAEBD1-D00A-BF76-BA5F-E15FF166F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58" y="1"/>
            <a:ext cx="943642" cy="721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F9EF41-C074-F9BE-2A6E-59B952DC4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5333"/>
            <a:ext cx="1241502" cy="736445"/>
          </a:xfrm>
          <a:prstGeom prst="rect">
            <a:avLst/>
          </a:prstGeom>
        </p:spPr>
      </p:pic>
      <p:pic>
        <p:nvPicPr>
          <p:cNvPr id="8" name="Google Shape;56;p13">
            <a:extLst>
              <a:ext uri="{FF2B5EF4-FFF2-40B4-BE49-F238E27FC236}">
                <a16:creationId xmlns:a16="http://schemas.microsoft.com/office/drawing/2014/main" id="{E4427E00-EF1A-682A-F18C-E3ED368CE34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7AD1A5-25FD-2827-C470-421B43172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650" y="896308"/>
            <a:ext cx="8318810" cy="3754244"/>
          </a:xfrm>
        </p:spPr>
        <p:txBody>
          <a:bodyPr>
            <a:noAutofit/>
          </a:bodyPr>
          <a:lstStyle/>
          <a:p>
            <a:pPr lvl="0" indent="-311467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 Energy Benefits</a:t>
            </a:r>
          </a:p>
          <a:p>
            <a:pPr marL="145733" lvl="0" indent="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None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The system uses solar power, reducing dependence on grid electricity and ensuring a continuous   power supply.</a:t>
            </a:r>
          </a:p>
          <a:p>
            <a:pPr lvl="0" indent="-311467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Carbon Footprint Reduction</a:t>
            </a:r>
          </a:p>
          <a:p>
            <a:pPr marL="145733" lvl="0" indent="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None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It lowers carbon emissions compared to traditional street lights, making it more eco-friendly.</a:t>
            </a:r>
          </a:p>
          <a:p>
            <a:pPr lvl="0" indent="-311467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Cost Efficiency</a:t>
            </a:r>
          </a:p>
          <a:p>
            <a:pPr marL="145733" lvl="0" indent="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None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It requires less maintenance and reduces overall operating costs over time.</a:t>
            </a:r>
          </a:p>
          <a:p>
            <a:pPr lvl="0" indent="-311467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Infrastructure Contribution</a:t>
            </a:r>
          </a:p>
          <a:p>
            <a:pPr marL="145733" lvl="0" indent="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None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It supports sustainable development and helps build smart, environmentally friendly cities.</a:t>
            </a:r>
            <a:endParaRPr lang="en-IN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>
            <a:spLocks noGrp="1"/>
          </p:cNvSpPr>
          <p:nvPr>
            <p:ph type="body" idx="1"/>
          </p:nvPr>
        </p:nvSpPr>
        <p:spPr>
          <a:xfrm>
            <a:off x="763771" y="1060668"/>
            <a:ext cx="7512380" cy="32585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1467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Font typeface="Times New Roman"/>
              <a:buChar char="➢"/>
            </a:pPr>
            <a:r>
              <a:rPr lang="en-US" sz="1305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Operation </a:t>
            </a:r>
            <a:r>
              <a:rPr lang="en-US" sz="130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Street lights turn ON and OFF automatically, eliminating the need for manual control.</a:t>
            </a:r>
          </a:p>
          <a:p>
            <a:pPr lvl="0" indent="-311467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Font typeface="Times New Roman"/>
              <a:buChar char="➢"/>
            </a:pPr>
            <a:r>
              <a:rPr lang="en-US" sz="1305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Detection Capability </a:t>
            </a:r>
            <a:r>
              <a:rPr lang="en-US" sz="130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can quickly identify faults in street lights using current sensor monitoring.</a:t>
            </a:r>
          </a:p>
          <a:p>
            <a:pPr lvl="0" indent="-311467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Font typeface="Times New Roman"/>
              <a:buChar char="➢"/>
            </a:pPr>
            <a:r>
              <a:rPr lang="en-US" sz="1305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Renewable Energy Usage </a:t>
            </a:r>
            <a:r>
              <a:rPr lang="en-US" sz="130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 panels provide a sustainable power source, reducing dependence on conventional electricity.</a:t>
            </a:r>
            <a:endParaRPr lang="en-US" sz="1305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311467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5"/>
              <a:buFont typeface="Times New Roman"/>
              <a:buChar char="➢"/>
            </a:pPr>
            <a:r>
              <a:rPr lang="en-US" sz="1305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Monitoring </a:t>
            </a:r>
            <a:r>
              <a:rPr lang="en-US" sz="130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allows users to monitor performance and faults remotely through the cloud platform.</a:t>
            </a:r>
          </a:p>
        </p:txBody>
      </p:sp>
      <p:sp>
        <p:nvSpPr>
          <p:cNvPr id="226" name="Google Shape;226;p38"/>
          <p:cNvSpPr txBox="1">
            <a:spLocks noGrp="1"/>
          </p:cNvSpPr>
          <p:nvPr>
            <p:ph type="title"/>
          </p:nvPr>
        </p:nvSpPr>
        <p:spPr>
          <a:xfrm>
            <a:off x="3355983" y="92791"/>
            <a:ext cx="211926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FABD3A-2B46-1BDB-BA60-E8C8D6065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716" y="1"/>
            <a:ext cx="992284" cy="758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20357B-9258-2890-F801-2DF7DDD04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78673" cy="758282"/>
          </a:xfrm>
          <a:prstGeom prst="rect">
            <a:avLst/>
          </a:prstGeom>
        </p:spPr>
      </p:pic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A750BE97-8A0A-5DE8-8EF9-C62BBF5B13E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>
            <a:spLocks noGrp="1"/>
          </p:cNvSpPr>
          <p:nvPr>
            <p:ph type="title"/>
          </p:nvPr>
        </p:nvSpPr>
        <p:spPr>
          <a:xfrm>
            <a:off x="3639958" y="114704"/>
            <a:ext cx="218841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9"/>
          <p:cNvSpPr txBox="1"/>
          <p:nvPr/>
        </p:nvSpPr>
        <p:spPr>
          <a:xfrm>
            <a:off x="768632" y="1044424"/>
            <a:ext cx="7795504" cy="305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Urban &amp; Rural Street Lighting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efficient and automated lighting for streets in both urban and rural areas.</a:t>
            </a:r>
          </a:p>
          <a:p>
            <a:pPr marL="457200" lvl="0" indent="-3111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Highway &amp; Road Safety Systems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visibility at night, helping in safer transportation.</a:t>
            </a:r>
          </a:p>
          <a:p>
            <a:pPr marL="457200" lvl="0" indent="-3111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City Infrastructure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smart city development with automated monitoring and control.</a:t>
            </a:r>
          </a:p>
          <a:p>
            <a:pPr marL="457200" lvl="0" indent="-3111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Places &amp; Parking Areas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proper lighting in areas like parks, bus stops, and parking zones.</a:t>
            </a:r>
          </a:p>
          <a:p>
            <a:pPr marL="457200" lvl="0" indent="-3111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0"/>
              <a:buFont typeface="Times New Roman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Residential &amp; Industrial Areas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reliable and cost-effective lighting for homes, campuses, and industries.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E04C37-A111-1DCA-97AB-9B3CC4521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468" y="1"/>
            <a:ext cx="899532" cy="687403"/>
          </a:xfrm>
          <a:prstGeom prst="rect">
            <a:avLst/>
          </a:prstGeom>
        </p:spPr>
      </p:pic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F81C5C2A-A22D-ABBA-1A51-A763AD86CF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>
            <a:spLocks noGrp="1"/>
          </p:cNvSpPr>
          <p:nvPr>
            <p:ph type="body" idx="1"/>
          </p:nvPr>
        </p:nvSpPr>
        <p:spPr>
          <a:xfrm>
            <a:off x="602165" y="831350"/>
            <a:ext cx="7939669" cy="38825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0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&amp; Automated System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provides an efficient solution by automatically controlling street lights based on real-time conditions.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0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Saving &amp; Cost Reduction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reduces energy consumption and electricity costs using solar power and smart sensing.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0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Reliability &amp; Monitoring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detects faults early and allows real-time monitoring through the cloud.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0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like mobile app control and GPS tracking can be added for better monitoring and maintenance.</a:t>
            </a:r>
          </a:p>
          <a:p>
            <a:pPr lvl="0" indent="-31115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300"/>
              <a:buChar char="➢"/>
            </a:pP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Technologies 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analytics and automatic brightness control can further improve system efficiency and support smart city development.</a:t>
            </a:r>
            <a:endParaRPr sz="1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40"/>
          <p:cNvSpPr txBox="1">
            <a:spLocks noGrp="1"/>
          </p:cNvSpPr>
          <p:nvPr>
            <p:ph type="title"/>
          </p:nvPr>
        </p:nvSpPr>
        <p:spPr>
          <a:xfrm>
            <a:off x="2311487" y="258650"/>
            <a:ext cx="489963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CONCLUSION AND FUTURE WORKS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0DCE68-334F-3120-A78A-4DFBD4A76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630" y="1"/>
            <a:ext cx="953370" cy="728545"/>
          </a:xfrm>
          <a:prstGeom prst="rect">
            <a:avLst/>
          </a:prstGeom>
        </p:spPr>
      </p:pic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9E407527-0B94-A837-F43B-BC8FFA0181D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25" y="49625"/>
            <a:ext cx="1601575" cy="7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419F-8CCE-9406-3F68-F4F2F9CF7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0786" y="95620"/>
            <a:ext cx="1762427" cy="572700"/>
          </a:xfrm>
        </p:spPr>
        <p:txBody>
          <a:bodyPr>
            <a:normAutofit fontScale="90000"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6FD5-1A1C-68C6-5489-BCF830EC2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049" y="983586"/>
            <a:ext cx="8510508" cy="4007513"/>
          </a:xfrm>
        </p:spPr>
        <p:txBody>
          <a:bodyPr>
            <a:noAutofit/>
          </a:bodyPr>
          <a:lstStyle/>
          <a:p>
            <a:pPr marL="387350" indent="-228600" algn="just">
              <a:lnSpc>
                <a:spcPct val="150000"/>
              </a:lnSpc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V, R. R, R. M, S. S, S. S and M. K. C, "IoT-Enabled Solar-Based Smart Street Lighting System Using ESP32 and Cloud Platforms," 2025 6th International Conference on Inventive Research in Computing Applications (ICIRCA), Coimbatore, India, 2025, pp. 754-759,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10.1109/ICIRCA65293.2025.11089762.</a:t>
            </a:r>
          </a:p>
          <a:p>
            <a:pPr marL="387350" indent="-228600" algn="just">
              <a:lnSpc>
                <a:spcPct val="150000"/>
              </a:lnSpc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Sanjana Thakur, Mohammed Baqar Quadri , Mohammed Abu Naser , Abdul Kareem Ghori ,Mohammed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Imaduddin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“Smart Street Light System with LDR And IR Sensors for Energy-Efficient Illumination”, Indian Journal of Electronics and Communication Engineering, Volume 02, Issue 01, January-April 2025, PP: 08-12.</a:t>
            </a:r>
          </a:p>
          <a:p>
            <a:pPr marL="387350" indent="-228600" algn="just">
              <a:lnSpc>
                <a:spcPct val="150000"/>
              </a:lnSpc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Bhisikar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P. Jagtap, S. Sonawane, H. Sawant and P. Pisal, "Enhanced Streetlight Management: Using IoT and ESP32 for Automated Fault Detection," 2024 IEEE 5th India Council International Subsections Conference (INDISCON), Chandigarh, India, 2024, pp. 1-6,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10.1109/INDISCON62179.2024.10744375. </a:t>
            </a:r>
          </a:p>
          <a:p>
            <a:pPr lvl="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S et al., "Centralized Monitoring System Street Light Fault Detection and Location Tracking for Smart City," 2024 International Conference on Electronics, Computing, Communication and Control Technology (ICECCC), Bengaluru, India, 2024, pp. 1-7,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10.1109/ICECCC61767.2024.10593930.</a:t>
            </a:r>
          </a:p>
          <a:p>
            <a:pPr lvl="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S.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Karimeh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K. -Y. Chan, C. -L. Lee, G. -C. Chung, W. -L. Pang and S. M. Mitani, "IoT Enabled Intelligent Street Lighting System for Smart Cities," 2024 Multimedia University Engineering Conference (MECON), Cyberjaya, Malaysia, 2024, pp. 1-7,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10.1109/MECON62796.2024.10776428.</a:t>
            </a:r>
          </a:p>
          <a:p>
            <a:pPr marL="158750" lvl="0" indent="0" algn="just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IN" sz="1100" dirty="0"/>
          </a:p>
          <a:p>
            <a:pPr lvl="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Times New Roman"/>
              <a:buAutoNum type="arabicPeriod"/>
            </a:pPr>
            <a:endParaRPr lang="en-IN" sz="1100" dirty="0"/>
          </a:p>
          <a:p>
            <a:pPr lvl="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Times New Roman"/>
              <a:buAutoNum type="arabicPeriod"/>
            </a:pPr>
            <a:endParaRPr lang="en-IN" sz="1100"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D1B0AFC9-8FAF-C08A-F6A3-25B92EF1F31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601575" cy="7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FBF0BB-A690-7534-73A3-E8B374C13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630" y="1"/>
            <a:ext cx="953370" cy="728545"/>
          </a:xfrm>
          <a:prstGeom prst="rect">
            <a:avLst/>
          </a:prstGeom>
        </p:spPr>
      </p:pic>
      <p:pic>
        <p:nvPicPr>
          <p:cNvPr id="6" name="Google Shape;56;p13">
            <a:extLst>
              <a:ext uri="{FF2B5EF4-FFF2-40B4-BE49-F238E27FC236}">
                <a16:creationId xmlns:a16="http://schemas.microsoft.com/office/drawing/2014/main" id="{8CFAC291-D1E3-4901-F4AA-190F54197A3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52400"/>
            <a:ext cx="1601575" cy="781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2471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4636C-202D-DFFD-7B14-CC011D577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63975"/>
            <a:ext cx="8520600" cy="3351908"/>
          </a:xfrm>
        </p:spPr>
        <p:txBody>
          <a:bodyPr>
            <a:noAutofit/>
          </a:bodyPr>
          <a:lstStyle/>
          <a:p>
            <a:pPr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Chaudhary, P., Singh, V.,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Karjee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A., Singal, G., Tomar, A. (2023). Design of Energy Efficient IoT-Based Smart Street Light System. In: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Woungang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I., Dhurandher, S.K., Pattanaik, K.K., Verma, A., Verma, P. (eds) Advanced Network Technologies and Intelligent Computing. ANTIC 2022. Communications in Computer and Information Science, vol 1797. Springer, Cham. https://doi.org/10.1007/978-3-031-28180-8_17</a:t>
            </a:r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+mj-lt"/>
              <a:buAutoNum type="arabicPeriod" startAt="6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M. </a:t>
            </a:r>
            <a:r>
              <a:rPr lang="en-I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Sorif</a:t>
            </a: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D. Saha and P. Dutta, "Smart Street Light Management System with Automatic Brightness Adjustment Using Bolt IoT Platform," 2021 IEEE International IOT, Electronics and Mechatronics(IEMTRONICS), 2021, pp1-6,doi: 10.1109/IEMTRONICS52119.2021.9422668</a:t>
            </a:r>
          </a:p>
          <a:p>
            <a:pPr>
              <a:buSzPct val="100000"/>
              <a:buFont typeface="+mj-lt"/>
              <a:buAutoNum type="arabicPeriod" startAt="6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I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Kadirova</a:t>
            </a: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T. Nenov and D. </a:t>
            </a:r>
            <a:r>
              <a:rPr lang="en-I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Kajtsanov</a:t>
            </a: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"IoT Based Automatic Electronic System for Monitoring and Control of Street Lighting," 2020 IEEE 26th International Symposium for Design and Technology in Electronic Packaging (SIITME), 2020, pp. 122-126, </a:t>
            </a:r>
            <a:r>
              <a:rPr lang="en-I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10.1109/SIITME50350.2020.9292246</a:t>
            </a:r>
          </a:p>
          <a:p>
            <a:pPr>
              <a:buSzPct val="100000"/>
              <a:buFont typeface="+mj-lt"/>
              <a:buAutoNum type="arabicPeriod" startAt="6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P. F. Dheena, G. S. Raj, G. Dutt and S. V. Jinny, "IOT based smart street light management system," 2017 IEEE International Conference on Circuits and Systems (ICCS), 2017, pp. 368-371, </a:t>
            </a:r>
            <a:r>
              <a:rPr lang="en-I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10.1109/ICCS1.2017.8326023</a:t>
            </a:r>
          </a:p>
          <a:p>
            <a:pPr>
              <a:buSzPct val="100000"/>
              <a:buFont typeface="+mj-lt"/>
              <a:buAutoNum type="arabicPeriod" startAt="6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A. </a:t>
            </a:r>
            <a:r>
              <a:rPr lang="en-I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Lobão</a:t>
            </a: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T. </a:t>
            </a:r>
            <a:r>
              <a:rPr lang="en-I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Devezas</a:t>
            </a: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J. P. S. </a:t>
            </a:r>
            <a:r>
              <a:rPr lang="en-I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Catalão</a:t>
            </a: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“Energy efficiency of lighting installations: Software application and experimental validation,” Energy Reports, vol. 1, pp. 110–115, 2015, </a:t>
            </a:r>
            <a:r>
              <a:rPr lang="en-I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10.1016/j.egyr.2015.04.001.</a:t>
            </a:r>
          </a:p>
          <a:p>
            <a:pPr>
              <a:buSzPct val="100000"/>
              <a:buFont typeface="+mj-lt"/>
              <a:buAutoNum type="arabicPeriod" startAt="6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Shahzad, G., Yang, H., Ahmad, A.W., Lee, C. Energy-Efficient Intelligent Street Lighting System Using Traffic-Adaptive Control // IEEE Sensors Journal, 2016, Vol. 16, # 13, pp. 5397–5405.</a:t>
            </a:r>
          </a:p>
          <a:p>
            <a:pPr>
              <a:buSzPct val="100000"/>
              <a:buFont typeface="+mj-lt"/>
              <a:buAutoNum type="arabicPeriod" startAt="6"/>
            </a:pPr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C9983C0B-6671-2BBC-47AD-962D1B0E68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601575" cy="7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3CFDC2-5A0B-4ECB-4762-AE6D500E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630" y="1"/>
            <a:ext cx="953370" cy="72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31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>
            <a:spLocks noGrp="1"/>
          </p:cNvSpPr>
          <p:nvPr>
            <p:ph type="body" idx="1"/>
          </p:nvPr>
        </p:nvSpPr>
        <p:spPr>
          <a:xfrm>
            <a:off x="2703750" y="2072400"/>
            <a:ext cx="37365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5000">
                <a:latin typeface="Algerian"/>
                <a:ea typeface="Algerian"/>
                <a:cs typeface="Algerian"/>
                <a:sym typeface="Algerian"/>
              </a:rPr>
              <a:t>THANK YOU</a:t>
            </a:r>
            <a:endParaRPr sz="5000"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3117</Words>
  <Application>Microsoft Office PowerPoint</Application>
  <PresentationFormat>On-screen Show (16:9)</PresentationFormat>
  <Paragraphs>234</Paragraphs>
  <Slides>29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Angsana New</vt:lpstr>
      <vt:lpstr>Courier New</vt:lpstr>
      <vt:lpstr>Algerian</vt:lpstr>
      <vt:lpstr>Arial</vt:lpstr>
      <vt:lpstr>Times New Roman</vt:lpstr>
      <vt:lpstr>Simple Light</vt:lpstr>
      <vt:lpstr>PowerPoint Presentation</vt:lpstr>
      <vt:lpstr>PROBLEM STATEMENT</vt:lpstr>
      <vt:lpstr>OBJECTIVE OF THE PROJECT</vt:lpstr>
      <vt:lpstr>LITERATURE REVIEW</vt:lpstr>
      <vt:lpstr>PowerPoint Presentation</vt:lpstr>
      <vt:lpstr>PowerPoint Presentation</vt:lpstr>
      <vt:lpstr>EXISTING SYSTEM</vt:lpstr>
      <vt:lpstr>PROPOSED SYSTEM</vt:lpstr>
      <vt:lpstr>SYSTEM ARCHITECTURE</vt:lpstr>
      <vt:lpstr>HARDWARE COMPONENTS</vt:lpstr>
      <vt:lpstr>SOFTWARE COMPONENT</vt:lpstr>
      <vt:lpstr>IMPLEMENTATION DETAILS</vt:lpstr>
      <vt:lpstr>METHODOLOGY  </vt:lpstr>
      <vt:lpstr>MODULE - 2 SOLAR STREET LIGHT SYSTEM</vt:lpstr>
      <vt:lpstr>MODULE - 3 FAULT DETECTION </vt:lpstr>
      <vt:lpstr>MODULE - 4 DATA TRANSMISSION USING ESP32 AND THINGSPEAK</vt:lpstr>
      <vt:lpstr>CIRCUIT DIAGRAM</vt:lpstr>
      <vt:lpstr>TECHNOLOGY USED</vt:lpstr>
      <vt:lpstr>SYSTEM CONFIGURATION</vt:lpstr>
      <vt:lpstr>RESULTS AND ANALYSIS – FAULT DETECTION OUTPUT</vt:lpstr>
      <vt:lpstr>PowerPoint Presentation</vt:lpstr>
      <vt:lpstr>PowerPoint Presentation</vt:lpstr>
      <vt:lpstr>Environmental Impact &amp; Sustainability</vt:lpstr>
      <vt:lpstr>ADVANTAGES</vt:lpstr>
      <vt:lpstr>APPLICATIONS</vt:lpstr>
      <vt:lpstr>CONCLUSION AND FUTURE WORKS</vt:lpstr>
      <vt:lpstr>REFRENCES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Deepika G</dc:creator>
  <cp:lastModifiedBy>Deepika G</cp:lastModifiedBy>
  <cp:revision>3</cp:revision>
  <dcterms:modified xsi:type="dcterms:W3CDTF">2026-03-25T05:17:57Z</dcterms:modified>
</cp:coreProperties>
</file>